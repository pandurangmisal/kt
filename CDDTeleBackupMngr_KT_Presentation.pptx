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&amp; SESSION OBJECTIVE:</a:t>
            </a:r>
          </a:p>
          <a:p>
            <a:r>
              <a:t>Welcome everyone to this technical Knowledge Transfer (KT) session on the CDDTeleBackupMngr component.</a:t>
            </a:r>
          </a:p>
          <a:p>
            <a:r>
              <a:t>- CDDTeleBackupMngr is a core Basic Software (BSW) Complex Device Driver developed under the Cummins AUTOSAR (CSAR) framework.</a:t>
            </a:r>
          </a:p>
          <a:p>
            <a:r>
              <a:t>- Document Reference: CSAR_SDD_CddTeleBackupMngr (Integrity ID: 9167284).</a:t>
            </a:r>
          </a:p>
          <a:p>
            <a:r>
              <a:t>- Target Electronic Control Modules: CM3550 and CM3580 ECU platforms powered by Infineon AURIX TC3xx TriCore microcontrollers.</a:t>
            </a:r>
          </a:p>
          <a:p>
            <a:r>
              <a:t>- Purpose of this KT: In this presentation, we will walk through the theory of operation, CSAR architectural integration, RTE ports, the 3 runnables, the master state machine, the cryptographic pipeline (AES-128-CBC encryption and CMAC authentication), serial flash read-back verification, and error recovery.</a:t>
            </a:r>
          </a:p>
          <a:p>
            <a:r>
              <a:t>- Following this architectural overview, I will walk you through the source code (CDDTeleBackupMngr.c) line-by-line.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2:</a:t>
            </a:r>
          </a:p>
          <a:p>
            <a:r>
              <a:t>1. Business Context: Telematics Remote Calibration Download allows Cummins fleets to update engine calibrations Over-The-Air (OTA) without visiting a service bay.</a:t>
            </a:r>
          </a:p>
          <a:p>
            <a:r>
              <a:t>2. The Safety Imperative: If a new calibration is downloaded and portover completes, the vehicle must test run. If something goes wrong, or if rollback is requested, the ECU needs a complete, trusted, encrypted backup of the previous calibration.</a:t>
            </a:r>
          </a:p>
          <a:p>
            <a:r>
              <a:t>3. Why Serial Flash? Microcontroller internal Program Flash is limited. We back up the entire calibration footprint to an external 64MB SPI Serial Flash.</a:t>
            </a:r>
          </a:p>
          <a:p>
            <a:r>
              <a:t>4. Security: The backup cannot be stored in plain text. It must be encrypted (AES-128-CBC) and authenticated (CMAC) to prevent unauthorized tampering or intellectual property extraction.</a:t>
            </a:r>
          </a:p>
          <a:p>
            <a:r>
              <a:t>5. In summary, CDDTeleBackupMngr is the autonomous engine that coordinates memory erasure, reading, crypto operations, serial flash programming, hardware read-back verification, and non-volatile status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3:</a:t>
            </a:r>
          </a:p>
          <a:p>
            <a:r>
              <a:t>- Refer to Figure 1 and the boundary diagram from Section 4.2 of the SDD.</a:t>
            </a:r>
          </a:p>
          <a:p>
            <a:r>
              <a:t>- Notice the position of CDDTeleBackupMngr: It sits in the BSW layer as a Complex Device Driver.</a:t>
            </a:r>
          </a:p>
          <a:p>
            <a:r>
              <a:t>- Why is it a CDD rather than a standard SWC?</a:t>
            </a:r>
          </a:p>
          <a:p>
            <a:r>
              <a:t>  Because it requires tight integration with raw memory pointers in Program Flash, high-throughput buffer transfers, and custom synchronization with the Serial Flash SPI driver.</a:t>
            </a:r>
          </a:p>
          <a:p>
            <a:r>
              <a:t>- It interfaces with three major BSW modules:</a:t>
            </a:r>
          </a:p>
          <a:p>
            <a:r>
              <a:t>  1. CSM (Crypto Service Manager): Provides standardized cryptographic primitives (AES encryption and CMAC MAC generation).</a:t>
            </a:r>
          </a:p>
          <a:p>
            <a:r>
              <a:t>  2. NvM (Non-Volatile RAM Manager): Manages persistence of backup status across ECU power resets.</a:t>
            </a:r>
          </a:p>
          <a:p>
            <a:r>
              <a:t>  3. vMemAccM / SPI Driver: Handles the external Serial Flash memory access commands.</a:t>
            </a:r>
          </a:p>
          <a:p>
            <a:r>
              <a:t>- On the hardware level, we interface between Infineon AURIX TC3xx internal Program Flash and Cypress/Micron external Serial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4:</a:t>
            </a:r>
          </a:p>
          <a:p>
            <a:r>
              <a:t>- Let's look at the physical memory layout (Section 4 and 10 of the SDD):</a:t>
            </a:r>
          </a:p>
          <a:p>
            <a:r>
              <a:t>- The ECU features an external 64 MB Serial Flash connected via High-Speed SPI.</a:t>
            </a:r>
          </a:p>
          <a:p>
            <a:r>
              <a:t>- Memory Partitioning:</a:t>
            </a:r>
          </a:p>
          <a:p>
            <a:r>
              <a:t>  1. Buffer Region starting at 0x02000000 (32 MB): Used by Telematics Processing to download and verify new incoming calibrations before flashing.</a:t>
            </a:r>
          </a:p>
          <a:p>
            <a:r>
              <a:t>  2. Backup Region starting at 0x03000000 (48 MB): This is the exact area managed by CDDTeleBackupMngr.</a:t>
            </a:r>
          </a:p>
          <a:p>
            <a:r>
              <a:t>- Inside the Backup Region:</a:t>
            </a:r>
          </a:p>
          <a:p>
            <a:r>
              <a:t>  - The CSU Metadata Header sits at the start address (SF_BACKUP_CSU_METADATA_STRUCTURE_START).</a:t>
            </a:r>
          </a:p>
          <a:p>
            <a:r>
              <a:t>  - Following the metadata, we store encrypted block pages.</a:t>
            </a:r>
          </a:p>
          <a:p>
            <a:r>
              <a:t>  - At the end of each block, we store a 16-byte Block CMAC at a pre-calculated reference address.</a:t>
            </a:r>
          </a:p>
          <a:p>
            <a:r>
              <a:t>- Notice that all operations are page-aligned to 256 bytes (SF_PAGE_SIZE).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5:</a:t>
            </a:r>
          </a:p>
          <a:p>
            <a:r>
              <a:t>- Refer to Section 5 of the SDD.</a:t>
            </a:r>
          </a:p>
          <a:p>
            <a:r>
              <a:t>- The component exposes explicit Sender/Receiver (S/R) ports and one Client/Server (C/S) port:</a:t>
            </a:r>
          </a:p>
          <a:p>
            <a:r>
              <a:t>  1. nvrBackupStatus / nvwBackupStatus: Holds the state of the backup lifecycle.</a:t>
            </a:r>
          </a:p>
          <a:p>
            <a:r>
              <a:t>  2. nvrRollBackTimerStatus / nvwRollBackTimerStatus: Controls whether the 5-second timer runnable is actively incrementing the timeout.</a:t>
            </a:r>
          </a:p>
          <a:p>
            <a:r>
              <a:t>  3. nvrPortOverstatus: Signals that the bootloader/tool has finished porting over the new calibration.</a:t>
            </a:r>
          </a:p>
          <a:p>
            <a:r>
              <a:t>  4. ppCSUFeatureEnbl: This was added under CR#18134205 (CSU Master Enable). If this trim is disabled, the module sets status to CSU_FEATURE_DISABLE and takes no action.</a:t>
            </a:r>
          </a:p>
          <a:p>
            <a:r>
              <a:t>  5. ppLogCSEvent_LogEvent: Cybersecurity event logging port. If backup fails after 3 retries, an event is logged with reason codes {13, 67}.</a:t>
            </a:r>
          </a:p>
          <a:p>
            <a:r>
              <a:t>- For NVRAM, notice the use of NvM_WriteBlock for NvbswcBootSharedBootSharedFBLGeneral.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6:</a:t>
            </a:r>
          </a:p>
          <a:p>
            <a:r>
              <a:t>- Section 8.1 of the SDD lists the API functions.</a:t>
            </a:r>
          </a:p>
          <a:p>
            <a:r>
              <a:t>- The component is comprised of 3 RTE runnables and 1 internal static function:</a:t>
            </a:r>
          </a:p>
          <a:p>
            <a:r>
              <a:t>  1. reInitCDDTeleBackupMngr: The boot initializer. Runs once when the RTE starts up.</a:t>
            </a:r>
          </a:p>
          <a:p>
            <a:r>
              <a:t>  2. reTeleRollBackTimeCheck: Runs every 5 seconds. Manages the countdown timer before backup triggers.</a:t>
            </a:r>
          </a:p>
          <a:p>
            <a:r>
              <a:t>  3. reCddTeleBackupSchdlr: The workhorse of the module. Runs every 10 milliseconds. Implements the complete state machine.</a:t>
            </a:r>
          </a:p>
          <a:p>
            <a:r>
              <a:t>  4. metadata_extract: Internal helper called at the beginning of the scheduler to parse the CSU structure table.</a:t>
            </a:r>
          </a:p>
          <a:p>
            <a:r>
              <a:t>- Notice the clear separation of concerns:</a:t>
            </a:r>
          </a:p>
          <a:p>
            <a:r>
              <a:t>  The 5s runnable handles slow timing events without loading the CPU.</a:t>
            </a:r>
          </a:p>
          <a:p>
            <a:r>
              <a:t>  The 10ms runnable handles the high-speed state machine for flash reading, encryption, and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7:</a:t>
            </a:r>
          </a:p>
          <a:p>
            <a:r>
              <a:t>- Open code.txt at line 138: FUNC(void, CDDTeleBackupMngr_CODE) reInitCDDTeleBackupMngr(void).</a:t>
            </a:r>
          </a:p>
          <a:p>
            <a:r>
              <a:t>- Step 1: Default serial flash addresses are written out to RTE ports.</a:t>
            </a:r>
          </a:p>
          <a:p>
            <a:r>
              <a:t>- Step 2: The runnable reads five critical status variables.</a:t>
            </a:r>
          </a:p>
          <a:p>
            <a:r>
              <a:t>- Step 3: Checks CSU_feature_enable. If FALSE, sets CSU_FEATURE_DISABLE. This satisfies requirement 18134113.</a:t>
            </a:r>
          </a:p>
          <a:p>
            <a:r>
              <a:t>- Step 4: Evaluates two distinct triggers:</a:t>
            </a:r>
          </a:p>
          <a:p>
            <a:r>
              <a:t>  - Branch A (Rollback Timer Arming):</a:t>
            </a:r>
          </a:p>
          <a:p>
            <a:r>
              <a:t>    If NVM_portover_status == PORTOVER_COMPLETE and timer is not yet active, it arms the 5s timer: Rollback_timer_status = 1, TeleRollBackTimeOut = 0.</a:t>
            </a:r>
          </a:p>
          <a:p>
            <a:r>
              <a:t>  - Branch B (Immediate Backup):</a:t>
            </a:r>
          </a:p>
          <a:p>
            <a:r>
              <a:t>    If new_cal_download == 1 (from tool) or if previous backup was BACKUP_FAILED, it starts immediately by setting BACKUP_IN_PROGRESS.</a:t>
            </a:r>
          </a:p>
          <a:p>
            <a:r>
              <a:t>- Step 5: Commits the new backup status to NvM via NvM_WriteBlock. If E_NOT_OK, it flags NvM_backup_update = TRUE for deferred retry.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8:</a:t>
            </a:r>
          </a:p>
          <a:p>
            <a:r>
              <a:t>- Open code.txt at line 1326: FUNC(void, CDDTeleBackupMngr_CODE) reTeleRollBackTimeCheck(void).</a:t>
            </a:r>
          </a:p>
          <a:p>
            <a:r>
              <a:t>- Why does the rollback timer exist?</a:t>
            </a:r>
          </a:p>
          <a:p>
            <a:r>
              <a:t>  After a remote calibration download completes, the vehicle needs a grace period (the rollback window) to verify that the vehicle operates normally with the new calibration.</a:t>
            </a:r>
          </a:p>
          <a:p>
            <a:r>
              <a:t>  During this window, the operator or telematics system can still trigger a rollback.</a:t>
            </a:r>
          </a:p>
          <a:p>
            <a:r>
              <a:t>  Once this window expires without error, the ECU declares the new software solid and starts backing it up!</a:t>
            </a:r>
          </a:p>
          <a:p>
            <a:r>
              <a:t>- How it works:</a:t>
            </a:r>
          </a:p>
          <a:p>
            <a:r>
              <a:t>  - Runs every 5 seconds.</a:t>
            </a:r>
          </a:p>
          <a:p>
            <a:r>
              <a:t>  - Reads TeleRollBackTimeOut from NVM.</a:t>
            </a:r>
          </a:p>
          <a:p>
            <a:r>
              <a:t>  - Compares it to calibration parameter caTeleRollBackTimer.</a:t>
            </a:r>
          </a:p>
          <a:p>
            <a:r>
              <a:t>  - If timeout is reached:</a:t>
            </a:r>
          </a:p>
          <a:p>
            <a:r>
              <a:t>    NVM_Back_up_status = BACKUP_IN_PROGRESS</a:t>
            </a:r>
          </a:p>
          <a:p>
            <a:r>
              <a:t>    Rollback_timer_status = 0 (stops timer).</a:t>
            </a:r>
          </a:p>
          <a:p>
            <a:r>
              <a:t>  - This immediately activates reCddTeleBackupSchdlr on its next 10ms tick!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9:</a:t>
            </a:r>
          </a:p>
          <a:p>
            <a:r>
              <a:t>- Open code.txt at line 1377: static void metadata_extract(void).</a:t>
            </a:r>
          </a:p>
          <a:p>
            <a:r>
              <a:t>- How is calibration organized in memory?</a:t>
            </a:r>
          </a:p>
          <a:p>
            <a:r>
              <a:t>  It follows the ODX-F standard (Requirement 13584666):</a:t>
            </a:r>
          </a:p>
          <a:p>
            <a:r>
              <a:t>  - A calibration update consists of multiple blocks (e.g. Code block, Calibration block).</a:t>
            </a:r>
          </a:p>
          <a:p>
            <a:r>
              <a:t>  - Each block consists of multiple memory segments.</a:t>
            </a:r>
          </a:p>
          <a:p>
            <a:r>
              <a:t>  - Each segment defines a starting address in internal Program Flash and an uncompressed length.</a:t>
            </a:r>
          </a:p>
          <a:p>
            <a:r>
              <a:t>- Look at the calculation of block_cmac_addr_reference:</a:t>
            </a:r>
          </a:p>
          <a:p>
            <a:r>
              <a:t>  The module calculates the exact byte length of the metadata header, pads it up to the next 256-byte serial flash page boundary, and calculates where block CMACs must be stored.</a:t>
            </a:r>
          </a:p>
          <a:p>
            <a:r>
              <a:t>- Big-Endian Requirement (Req 13738945):</a:t>
            </a:r>
          </a:p>
          <a:p>
            <a:r>
              <a:t>  Notice that during CMAC generation, the segment address and length are fed into the MAC generator in Big-Endian order. We will see how seg_info[8] is formatted in SEG_START_HANDLE.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10:</a:t>
            </a:r>
          </a:p>
          <a:p>
            <a:r>
              <a:t>- This is the master architectural map of reCddTeleBackupSchdlr() (Lines 249-1325).</a:t>
            </a:r>
          </a:p>
          <a:p>
            <a:r>
              <a:t>- Notice the two-tiered design:</a:t>
            </a:r>
          </a:p>
          <a:p>
            <a:r>
              <a:t>  - TIER 1: Primary Data State Machine (backup_flag) - Consists of 15 states.</a:t>
            </a:r>
          </a:p>
          <a:p>
            <a:r>
              <a:t>    It handles full chip erase, Program Flash address calculation, crypto initialization, page-by-page encryption, serial flash writes, read-back verification, and block CMAC storage.</a:t>
            </a:r>
          </a:p>
          <a:p>
            <a:r>
              <a:t>  - TIER 2: Metadata Sub-State Machine (backup_metadata_flag) - Consists of 6 states.</a:t>
            </a:r>
          </a:p>
          <a:p>
            <a:r>
              <a:t>    Triggered only after all blocks and their CMACs are completely written. It packs the CSU metadata header, computes a metadata CMAC, and writes the header to the beginning of Serial Flash.</a:t>
            </a:r>
          </a:p>
          <a:p>
            <a:r>
              <a:t>- Let's break down each phase in detail over the next several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11:</a:t>
            </a:r>
          </a:p>
          <a:p>
            <a:r>
              <a:t>- Open code.txt at line 290:</a:t>
            </a:r>
          </a:p>
          <a:p>
            <a:r>
              <a:t>- NO_REQUEST (Line 292): Idle state.</a:t>
            </a:r>
          </a:p>
          <a:p>
            <a:r>
              <a:t>- BACKUP_FULL_ERASE (Line 299):</a:t>
            </a:r>
          </a:p>
          <a:p>
            <a:r>
              <a:t>  Before writing anything, the entire Backup Region in external serial flash must be erased.</a:t>
            </a:r>
          </a:p>
          <a:p>
            <a:r>
              <a:t>  Notice the non-blocking polling: It checks GetSerialFlashState(). If busy, it yields and waits for the next 10ms tick.</a:t>
            </a:r>
          </a:p>
          <a:p>
            <a:r>
              <a:t>  Once complete, it calls metadata_extract() and initializes PF_Addr.</a:t>
            </a:r>
          </a:p>
          <a:p>
            <a:r>
              <a:t>- PF_ADDR_HANDLE (Line 342):</a:t>
            </a:r>
          </a:p>
          <a:p>
            <a:r>
              <a:t>  Loops through blocks and segments to compute current and end addresses.</a:t>
            </a:r>
          </a:p>
          <a:p>
            <a:r>
              <a:t>  If at segment start, generates a 16-byte random IV using Csm_RandomGenerate().</a:t>
            </a:r>
          </a:p>
          <a:p>
            <a:r>
              <a:t>  Handles padding if the segment length is not an exact multiple of 256 bytes.</a:t>
            </a:r>
          </a:p>
          <a:p>
            <a:r>
              <a:t>  Copies plaintext data from internal Program Flash into Mem_Read_Buff.</a:t>
            </a:r>
          </a:p>
          <a:p>
            <a:r>
              <a:t>- SET_KEYS (Line 416):</a:t>
            </a:r>
          </a:p>
          <a:p>
            <a:r>
              <a:t>  Loads keys into the CSM hardware abstraction layer via Csm_KeyElementSet() and sets them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12:</a:t>
            </a:r>
          </a:p>
          <a:p>
            <a:r>
              <a:t>- Open code.txt at line 482 (ENCRYPT_START), line 521 (CMAC_START), and line 549 (SEG_START_HANDLE).</a:t>
            </a:r>
          </a:p>
          <a:p>
            <a:r>
              <a:t>- Security Architecture:</a:t>
            </a:r>
          </a:p>
          <a:p>
            <a:r>
              <a:t>  1. Confidentiality: AES-128-CBC encryption prevents calibration intellectual property extraction from serial flash.</a:t>
            </a:r>
          </a:p>
          <a:p>
            <a:r>
              <a:t>  2. Authenticity: CMAC (Cipher-based MAC) ensures that any bit-flip, tampering, or flash corruption is detected.</a:t>
            </a:r>
          </a:p>
          <a:p>
            <a:r>
              <a:t>- Notice SEG_START_HANDLE (Line 549):</a:t>
            </a:r>
          </a:p>
          <a:p>
            <a:r>
              <a:t>  Requirement 13738945 specifies that CMAC must cover the segment starting address and length in Big-Endian format.</a:t>
            </a:r>
          </a:p>
          <a:p>
            <a:r>
              <a:t>  Look at the code: It creates seg_info[8], packs the 4-byte address and 4-byte size in network byte order, and calls Csm_MacGenerate(UPDATE) with this 8-byte header!</a:t>
            </a:r>
          </a:p>
          <a:p>
            <a:r>
              <a:t>- Then it transitions to CYBER_UPDATE to process the actual payload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13:</a:t>
            </a:r>
          </a:p>
          <a:p>
            <a:r>
              <a:t>- Open code.txt at line 581 (CYBER_UPDATE), line 631 (ENCRYPT_FINISH), line 697 (WRITE_TO_SF), and line 740 (BACKUP_READ_SF_DATA).</a:t>
            </a:r>
          </a:p>
          <a:p>
            <a:r>
              <a:t>- Let's highlight the Hardware Read-Back Verification in BACKUP_READ_SF_DATA (Line 740):</a:t>
            </a:r>
          </a:p>
          <a:p>
            <a:r>
              <a:t>  Why is this step so critical?</a:t>
            </a:r>
          </a:p>
          <a:p>
            <a:r>
              <a:t>  In automotive flash programming, write commands can report success at the SPI bus level while physical flash cells fail to retain charge or suffer from bad sectors.</a:t>
            </a:r>
          </a:p>
          <a:p>
            <a:r>
              <a:t>  To prevent silent data corruption, CDDTeleBackupMngr immediately issues SF_READ_DATA, reads the 256 bytes back, and loops through:</a:t>
            </a:r>
          </a:p>
          <a:p>
            <a:r>
              <a:t>  if(Mem_Read_Buff[read_index] != backup_encrypt_data[read_index])</a:t>
            </a:r>
          </a:p>
          <a:p>
            <a:r>
              <a:t>  If even a single byte differs, it flags error 0x1D and immediately jumps to BACKUP_RETRY!</a:t>
            </a:r>
          </a:p>
          <a:p>
            <a:r>
              <a:t>- If the comparison succeeds, it checks whether PF_Addr == block_end_addr. If yes, it moves to CMAC_FINISH.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14:</a:t>
            </a:r>
          </a:p>
          <a:p>
            <a:r>
              <a:t>- Open code.txt at line 676 (CMAC_FINISH) and line 826 (CMAC_WRITE).</a:t>
            </a:r>
          </a:p>
          <a:p>
            <a:r>
              <a:t>- When the last page of a block has been written and verified:</a:t>
            </a:r>
          </a:p>
          <a:p>
            <a:r>
              <a:t>  1. CMAC_FINISH calls Csm_MacGenerate with CRYPTO_OPERATIONMODE_FINISH. This completes the hash over all segment headers and chunk data for that entire block, producing a 16-byte MAC.</a:t>
            </a:r>
          </a:p>
          <a:p>
            <a:r>
              <a:t>  2. In CMAC_WRITE, this 16-byte signature is written to serial flash at block_cmac_addr_reference.</a:t>
            </a:r>
          </a:p>
          <a:p>
            <a:r>
              <a:t>- Multi-block iteration:</a:t>
            </a:r>
          </a:p>
          <a:p>
            <a:r>
              <a:t>  If the calibration contains multiple blocks (e.g. Block 0, Block 1, Block 2), the scheduler increments block_cmac_addr_reference and returns to PF_ADDR_HANDLE to process the next block.</a:t>
            </a:r>
          </a:p>
          <a:p>
            <a:r>
              <a:t>- Once all blocks are finished (last_block_cmac == 1):</a:t>
            </a:r>
          </a:p>
          <a:p>
            <a:r>
              <a:t>  It resets blk_index = 0, seg_index = 0, and kicks off the Tier 2 Metadata State Machine:</a:t>
            </a:r>
          </a:p>
          <a:p>
            <a:r>
              <a:t>  backup_metadata_flag = METADATA_CMAC_START.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15:</a:t>
            </a:r>
          </a:p>
          <a:p>
            <a:r>
              <a:t>- Open code.txt at line 939 (switch(backup_metadata_flag)).</a:t>
            </a:r>
          </a:p>
          <a:p>
            <a:r>
              <a:t>- Refer to Figure 8.4.3-2 on page 23 of the SDD.</a:t>
            </a:r>
          </a:p>
          <a:p>
            <a:r>
              <a:t>- Why does metadata have its own sub-state machine?</a:t>
            </a:r>
          </a:p>
          <a:p>
            <a:r>
              <a:t>  Because the metadata header contains the master directory of all blocks, addresses, and sizes.</a:t>
            </a:r>
          </a:p>
          <a:p>
            <a:r>
              <a:t>  If the metadata header is corrupted, the ECU cannot parse the backup.</a:t>
            </a:r>
          </a:p>
          <a:p>
            <a:r>
              <a:t>  Therefore, the metadata itself must be assembled, signed with a dedicated CMAC, and written to the designated start of the backup region.</a:t>
            </a:r>
          </a:p>
          <a:p>
            <a:r>
              <a:t>- Follow the sequence:</a:t>
            </a:r>
          </a:p>
          <a:p>
            <a:r>
              <a:t>  1. METADATA_CMAC_START initializes the CSM MAC generator.</a:t>
            </a:r>
          </a:p>
          <a:p>
            <a:r>
              <a:t>  2. METADATA_ARRAY_HANDLING populates backup_matadata_array from csu_header_backup.</a:t>
            </a:r>
          </a:p>
          <a:p>
            <a:r>
              <a:t>  3. METADATA_CMAC_UPDATE hashes the metadata array.</a:t>
            </a:r>
          </a:p>
          <a:p>
            <a:r>
              <a:t>  4. METADATA_CMAC_FINISH generates the final 16-byte MAC and appends it to the trailer.</a:t>
            </a:r>
          </a:p>
          <a:p>
            <a:r>
              <a:t>  5. METADATA_WRITE programs the entire metadata array to serial flash.</a:t>
            </a:r>
          </a:p>
          <a:p>
            <a:r>
              <a:t>- When write completes, it sets backup_flag = BACKUP_COMPLETE!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16:</a:t>
            </a:r>
          </a:p>
          <a:p>
            <a:r>
              <a:t>- Open code.txt at line 905 (BACKUP_COMPLETE) and line 1253 (NvM update block).</a:t>
            </a:r>
          </a:p>
          <a:p>
            <a:r>
              <a:t>- When the metadata write completes successfully:</a:t>
            </a:r>
          </a:p>
          <a:p>
            <a:r>
              <a:t>  1. The scheduler transitions into BACKUP_COMPLETE.</a:t>
            </a:r>
          </a:p>
          <a:p>
            <a:r>
              <a:t>  2. It checks GetSerialFlashState(). If complete, it sets:</a:t>
            </a:r>
          </a:p>
          <a:p>
            <a:r>
              <a:t>     NVM_Back_up_status = BACKUP_COMPLT_VALID (Req 13738925).</a:t>
            </a:r>
          </a:p>
          <a:p>
            <a:r>
              <a:t>  3. It resets portover status:</a:t>
            </a:r>
          </a:p>
          <a:p>
            <a:r>
              <a:t>     Rte_Write_nvwPortOverstatus_nvdVal(PORTOVER_DEFAULT).</a:t>
            </a:r>
          </a:p>
          <a:p>
            <a:r>
              <a:t>  4. It flags NvM_backup_update = TRUE.</a:t>
            </a:r>
          </a:p>
          <a:p>
            <a:r>
              <a:t>- Look at lines 1253-1272 at the end of reCddTeleBackupSchdlr:</a:t>
            </a:r>
          </a:p>
          <a:p>
            <a:r>
              <a:t>  Every 10ms tick, it checks if NvM_backup_update == TRUE.</a:t>
            </a:r>
          </a:p>
          <a:p>
            <a:r>
              <a:t>  It queries NvM_GetErrorStatus. If the NvM subsystem is ready, it fires NvM_WriteBlock for NvbswcBootSharedBootSharedFBLGeneral and resets the update flag.</a:t>
            </a:r>
          </a:p>
          <a:p>
            <a:r>
              <a:t>  This guarantees safe, non-blocking NVRAM persistence!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17:</a:t>
            </a:r>
          </a:p>
          <a:p>
            <a:r>
              <a:t>- Refer to Figure 8-2-1 from Section 8.2 of the SDD.</a:t>
            </a:r>
          </a:p>
          <a:p>
            <a:r>
              <a:t>- Here is the complete end-to-end interaction sequence:</a:t>
            </a:r>
          </a:p>
          <a:p>
            <a:r>
              <a:t>  1. OS Task fires the 10ms timing event into reCddTeleBackupSchdlr.</a:t>
            </a:r>
          </a:p>
          <a:p>
            <a:r>
              <a:t>  2. CDDTeleBackupMngr issues SF_FULL_ERASE to vMemAccM / Serial Flash and waits for completion.</a:t>
            </a:r>
          </a:p>
          <a:p>
            <a:r>
              <a:t>  3. CDD calls CSM to generate a random 16-byte IV and sets keys valid.</a:t>
            </a:r>
          </a:p>
          <a:p>
            <a:r>
              <a:t>  4. CDD feeds the 8-byte Big-Endian segment descriptor into CSM CMAC (UPDATE).</a:t>
            </a:r>
          </a:p>
          <a:p>
            <a:r>
              <a:t>  5. CDD encrypts 256-byte chunks with AES-128-CBC and updates CMAC.</a:t>
            </a:r>
          </a:p>
          <a:p>
            <a:r>
              <a:t>  6. CDD writes the encrypted page to Serial Flash via SF_PAGE_WRITE.</a:t>
            </a:r>
          </a:p>
          <a:p>
            <a:r>
              <a:t>  7. CDD reads back the page via SF_PAGE_READ and performs byte-by-byte comparison.</a:t>
            </a:r>
          </a:p>
          <a:p>
            <a:r>
              <a:t>  8. Once all segments in a block are written, CSM produces the 16-byte block CMAC, which is stored in Serial Flash.</a:t>
            </a:r>
          </a:p>
          <a:p>
            <a:r>
              <a:t>  9. CDD packages the metadata header, signs it with metadata CMAC, and writes it to flash.</a:t>
            </a:r>
          </a:p>
          <a:p>
            <a:r>
              <a:t>  10. Finally, CDD invokes NvM_WriteBlock to record BACKUP_COMPLT_VALID.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18:</a:t>
            </a:r>
          </a:p>
          <a:p>
            <a:r>
              <a:t>- Open code.txt at line 881: case (BACKUP_RETRY).</a:t>
            </a:r>
          </a:p>
          <a:p>
            <a:r>
              <a:t>- Fault tolerance is governed by Requirement 13594046:</a:t>
            </a:r>
          </a:p>
          <a:p>
            <a:r>
              <a:t>  "If the backup is interrupted, the ECU shall immediately retry the operation for three times. If it fails after three attempts, set NVM_Back_up_status to BACKUP_FAILED."</a:t>
            </a:r>
          </a:p>
          <a:p>
            <a:r>
              <a:t>- How it works:</a:t>
            </a:r>
          </a:p>
          <a:p>
            <a:r>
              <a:t>  - Any error (flash failure, crypto error, or verification mismatch) increments backup_attempts.</a:t>
            </a:r>
          </a:p>
          <a:p>
            <a:r>
              <a:t>  - If attempts &lt;= 3: It jumps back to BACKUP_FULL_ERASE. This completely wipes the backup flash area and re-runs the entire pipeline cleanly.</a:t>
            </a:r>
          </a:p>
          <a:p>
            <a:r>
              <a:t>  - If attempts &gt; 3:</a:t>
            </a:r>
          </a:p>
          <a:p>
            <a:r>
              <a:t>    1. Sets NVM_Back_up_status = BACKUP_FAILED.</a:t>
            </a:r>
          </a:p>
          <a:p>
            <a:r>
              <a:t>    2. Calls Rte_Call_ppLogCSEvent_LogEvent with EventType UPDATE_FAILURE (2U) and ReasonCode {13, 67}.</a:t>
            </a:r>
          </a:p>
          <a:p>
            <a:r>
              <a:t>    3. Persists this failure to NvM.</a:t>
            </a:r>
          </a:p>
          <a:p>
            <a:r>
              <a:t>- Auto-recovery on next key cycle:</a:t>
            </a:r>
          </a:p>
          <a:p>
            <a:r>
              <a:t>  Notice what happens in reInitCDDTeleBackupMngr (Line 158):</a:t>
            </a:r>
          </a:p>
          <a:p>
            <a:r>
              <a:t>  If (NVM_Back_up_status == BACKUP_FAILED), it sets BACKUP_IN_PROGRESS upon reboot to try again!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19:</a:t>
            </a:r>
          </a:p>
          <a:p>
            <a:r>
              <a:t>- Open code.txt and search for tele_dbg_backup.</a:t>
            </a:r>
          </a:p>
          <a:p>
            <a:r>
              <a:t>- The module includes comprehensive debug instrumentation enabled via DBG_TELE_CSU_BACKUP == STD_ON.</a:t>
            </a:r>
          </a:p>
          <a:p>
            <a:r>
              <a:t>- In INCA, CANape, or Lauterbach Trace32, engineers can inspect tele_dbg_backup in real time:</a:t>
            </a:r>
          </a:p>
          <a:p>
            <a:r>
              <a:t>  - You can view the current state of both state machines.</a:t>
            </a:r>
          </a:p>
          <a:p>
            <a:r>
              <a:t>  - You can see the exact PF read address and SF write address.</a:t>
            </a:r>
          </a:p>
          <a:p>
            <a:r>
              <a:t>  - If a backup fails, tele_backup_error_code tells you the exact root cause:</a:t>
            </a:r>
          </a:p>
          <a:p>
            <a:r>
              <a:t>    - 0x01/0x02: Flash erase failure.</a:t>
            </a:r>
          </a:p>
          <a:p>
            <a:r>
              <a:t>    - 0x0F/0x10: Page write failure.</a:t>
            </a:r>
          </a:p>
          <a:p>
            <a:r>
              <a:t>    - 0x1D: Data verification mismatch (data read from flash did not match what was written).</a:t>
            </a:r>
          </a:p>
          <a:p>
            <a:r>
              <a:t>    - 0x13: All 3 retries exhausted.</a:t>
            </a:r>
          </a:p>
          <a:p>
            <a:r>
              <a:t>- This makes bench testing and field issue triage exceptionally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 FOR SLIDE 20:</a:t>
            </a:r>
          </a:p>
          <a:p>
            <a:r>
              <a:t>- Section 6 of the SDD details requirement tracing.</a:t>
            </a:r>
          </a:p>
          <a:p>
            <a:r>
              <a:t>- Every single requirement from Integrity document 9167284 is verified and mapped:</a:t>
            </a:r>
          </a:p>
          <a:p>
            <a:r>
              <a:t>  - Requirement 13584655: Core backup encryption.</a:t>
            </a:r>
          </a:p>
          <a:p>
            <a:r>
              <a:t>  - Requirement 13584660: Automatic trigger upon remote cal download.</a:t>
            </a:r>
          </a:p>
          <a:p>
            <a:r>
              <a:t>  - Requirement 13584666: ODX-F block and segment adherence.</a:t>
            </a:r>
          </a:p>
          <a:p>
            <a:r>
              <a:t>  - Requirement 13594046: 3-attempt retry loop and next key cycle recovery.</a:t>
            </a:r>
          </a:p>
          <a:p>
            <a:r>
              <a:t>  - Requirement 13738925: BACKUP_COMPLT_VALID status update.</a:t>
            </a:r>
          </a:p>
          <a:p>
            <a:r>
              <a:t>  - Requirement 13738945: Big-Endian segment header inclusion in CMAC.</a:t>
            </a:r>
          </a:p>
          <a:p>
            <a:r>
              <a:t>  - Requirement 18134113: CSU Master Feature enable gating.</a:t>
            </a:r>
          </a:p>
          <a:p>
            <a:r>
              <a:t>- This provides full audit readiness for software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FOR PRESENTER DURING LIVE CODE WALKTHROUGH:</a:t>
            </a:r>
          </a:p>
          <a:p>
            <a:r>
              <a:t>Now that we have covered the conceptual architecture and state flows, let's switch over to the actual source file (CDDTeleBackupMngr.c):</a:t>
            </a:r>
          </a:p>
          <a:p>
            <a:r>
              <a:t>1. Start at Line 1: Show the static declarations, especially Mem_Read_Buff, backup_encrypt_data, and Backup_Cipher_IV.</a:t>
            </a:r>
          </a:p>
          <a:p>
            <a:r>
              <a:t>2. Jump to Line 138: Explain reInitCDDTeleBackupMngr. Point out how it reads portover status and arms the rollback timer.</a:t>
            </a:r>
          </a:p>
          <a:p>
            <a:r>
              <a:t>3. Jump to Line 249: Show the 10ms scheduler. Walk through the switch(backup_flag) cases in sequence:</a:t>
            </a:r>
          </a:p>
          <a:p>
            <a:r>
              <a:t>   - Line 299: BACKUP_FULL_ERASE</a:t>
            </a:r>
          </a:p>
          <a:p>
            <a:r>
              <a:t>   - Line 342: PF_ADDR_HANDLE</a:t>
            </a:r>
          </a:p>
          <a:p>
            <a:r>
              <a:t>   - Line 549: SEG_START_HANDLE (show the Big-Endian seg_info array!)</a:t>
            </a:r>
          </a:p>
          <a:p>
            <a:r>
              <a:t>   - Line 581: CYBER_UPDATE</a:t>
            </a:r>
          </a:p>
          <a:p>
            <a:r>
              <a:t>   - Line 740: BACKUP_READ_SF_DATA (show the memcmp verification!)</a:t>
            </a:r>
          </a:p>
          <a:p>
            <a:r>
              <a:t>   - Line 826: CMAC_WRITE</a:t>
            </a:r>
          </a:p>
          <a:p>
            <a:r>
              <a:t>   - Line 881: BACKUP_RETRY and the cybersecurity event logging call.</a:t>
            </a:r>
          </a:p>
          <a:p>
            <a:r>
              <a:t>4. Jump to Line 939: Show the metadata switch statement.</a:t>
            </a:r>
          </a:p>
          <a:p>
            <a:r>
              <a:t>5. Jump to Line 1326: Walk through reTeleRollBackTimeCheck and the 5-second tick logic.</a:t>
            </a:r>
          </a:p>
          <a:p>
            <a:r>
              <a:t>6. Finish at Line 1377: Walk through metadata_extract and how block_cmac_addr_reference is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&amp; Q&amp;A SESSION:</a:t>
            </a:r>
          </a:p>
          <a:p>
            <a:r>
              <a:t>- Thank you for your time and engagement during this Knowledge Transfer session on CDDTeleBackupMngr.</a:t>
            </a:r>
          </a:p>
          <a:p>
            <a:r>
              <a:t>- To summarize: CDDTeleBackupMngr provides a robust, encrypted, verified rollback vault for remote calibration downloads under Cummins CSAR.</a:t>
            </a:r>
          </a:p>
          <a:p>
            <a:r>
              <a:t>- The presentation slides and reference documents are available in the repository.</a:t>
            </a:r>
          </a:p>
          <a:p>
            <a:r>
              <a:t>- We will now open the floor for any technical questions, timing considerations, or implementation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-1371600"/>
            <a:ext cx="4572000" cy="9601200"/>
          </a:xfrm>
          <a:prstGeom prst="roundRect">
            <a:avLst/>
          </a:prstGeom>
          <a:solidFill>
            <a:srgbClr val="134074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3474720" cy="411480"/>
          </a:xfrm>
          <a:prstGeom prst="roundRect">
            <a:avLst/>
          </a:prstGeom>
          <a:solidFill>
            <a:srgbClr val="134074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CUMMINS AUTOSAR (CSAR) BSW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CDDTeleBackupMngr</a:t>
            </a:r>
          </a:p>
          <a:p>
            <a:pPr>
              <a:spcBef>
                <a:spcPts val="800"/>
              </a:spcBef>
              <a:defRPr sz="2000">
                <a:solidFill>
                  <a:srgbClr val="99F6E4"/>
                </a:solidFill>
              </a:defRPr>
            </a:pPr>
            <a:r>
              <a:t>Complex Device Driver Telematics Backup Manager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Comprehensive Technical Knowledge Transfer (KT) &amp; Architecture Walkthrough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80560"/>
            <a:ext cx="7498079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F6E4"/>
                </a:solidFill>
              </a:defRPr>
            </a:pPr>
            <a:r>
              <a:t>Document &amp; Implementation References: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E293B"/>
                </a:solidFill>
              </a:rPr>
              <a:t>• Software Design Doc: </a:t>
            </a:r>
            <a:r>
              <a:rPr sz="900">
                <a:solidFill>
                  <a:srgbClr val="1E293B"/>
                </a:solidFill>
              </a:rPr>
              <a:t>CSAR_SDD_CddTeleBackupMngr (Integrity ID: 9167284)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E293B"/>
                </a:solidFill>
              </a:rPr>
              <a:t>• Target Platforms: </a:t>
            </a:r>
            <a:r>
              <a:rPr sz="900">
                <a:solidFill>
                  <a:srgbClr val="1E293B"/>
                </a:solidFill>
              </a:rPr>
              <a:t>CM3550 &amp; CM3580 (TriCore AURIX TC3xx Microcontroller)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E293B"/>
                </a:solidFill>
              </a:rPr>
              <a:t>• Key Technologies: </a:t>
            </a:r>
            <a:r>
              <a:rPr sz="900">
                <a:solidFill>
                  <a:srgbClr val="1E293B"/>
                </a:solidFill>
              </a:rPr>
              <a:t>AUTOSAR 4.x CDD, CSM AES-128 Encryption &amp; CMAC, NvM, Serial Flash SPI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E293B"/>
                </a:solidFill>
              </a:rPr>
              <a:t>• Scope: </a:t>
            </a:r>
            <a:r>
              <a:rPr sz="900">
                <a:solidFill>
                  <a:srgbClr val="1E293B"/>
                </a:solidFill>
              </a:rPr>
              <a:t>Architecture, Flowcharts, State Machine, Sequence, Error Recovery, Code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1. OVERVIEW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Executive Summary: Why CDDTeleBackupMngr?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Mission-critical failsafe protection for Telematics Remote Calibration Download (CSU)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2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THE PROBLEM &amp; NEED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Over-The-Air Flashing: </a:t>
            </a:r>
            <a:r>
              <a:rPr sz="900">
                <a:solidFill>
                  <a:srgbClr val="1E293B"/>
                </a:solidFill>
              </a:rPr>
              <a:t>Remote Calibration Download (CSU) updates engine ECU calibrations in the field over telematics.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Flash Corruption Risk: </a:t>
            </a:r>
            <a:r>
              <a:rPr sz="900">
                <a:solidFill>
                  <a:srgbClr val="1E293B"/>
                </a:solidFill>
              </a:rPr>
              <a:t>Power disruptions, battery disconnects, or bad network transfers during calibration updates can brick an ECM.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Rollback Guarantee: </a:t>
            </a:r>
            <a:r>
              <a:rPr sz="900">
                <a:solidFill>
                  <a:srgbClr val="1E293B"/>
                </a:solidFill>
              </a:rPr>
              <a:t>Automotive functional safety requires a guaranteed rollback copy of known good calibration if newly flashed software fails.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B2545"/>
                </a:solidFill>
              </a:defRPr>
            </a:pPr>
            <a:r>
              <a:t>CORE RESPONSIBILITY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Autonomous Execution: </a:t>
            </a:r>
            <a:r>
              <a:rPr sz="900">
                <a:solidFill>
                  <a:srgbClr val="1E293B"/>
                </a:solidFill>
              </a:rPr>
              <a:t>Encapsulates the complete backup lifecycle as an autonomous state-machine-driven BSW CDD.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Secure Data Pipeline: </a:t>
            </a:r>
            <a:r>
              <a:rPr sz="900">
                <a:solidFill>
                  <a:srgbClr val="1E293B"/>
                </a:solidFill>
              </a:rPr>
              <a:t>Reads raw Program Flash (PF) data, encrypts via AES-128, and signs with CMAC via CSM.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Storage on Serial Flash: </a:t>
            </a:r>
            <a:r>
              <a:rPr sz="900">
                <a:solidFill>
                  <a:srgbClr val="1E293B"/>
                </a:solidFill>
              </a:rPr>
              <a:t>Transfers encrypted blocks to external SPI Serial Flash with byte-by-byte read verification.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Persistent NvM Tracking: </a:t>
            </a:r>
            <a:r>
              <a:rPr sz="900">
                <a:solidFill>
                  <a:srgbClr val="1E293B"/>
                </a:solidFill>
              </a:rPr>
              <a:t>Maintains calibration states, rollback countdowns, and portover statuses across key cycles.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B2545"/>
                </a:solidFill>
              </a:defRPr>
            </a:pPr>
            <a:r>
              <a:t>KEY CAPABILITIES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Tri-Attempt Retry Loop: </a:t>
            </a:r>
            <a:r>
              <a:rPr sz="900">
                <a:solidFill>
                  <a:srgbClr val="1E293B"/>
                </a:solidFill>
              </a:rPr>
              <a:t>If flash write or crypto verification fails, ECM retries up to 3 times before setting BACKUP_FAILED.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Cybersecurity Logging: </a:t>
            </a:r>
            <a:r>
              <a:rPr sz="900">
                <a:solidFill>
                  <a:srgbClr val="1E293B"/>
                </a:solidFill>
              </a:rPr>
              <a:t>Exhaustion of retries immediately logs a Cybersecurity Security Event (Reason codes: 13, 67).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Configurable Rollback Timer: </a:t>
            </a:r>
            <a:r>
              <a:rPr sz="900">
                <a:solidFill>
                  <a:srgbClr val="1E293B"/>
                </a:solidFill>
              </a:rPr>
              <a:t>Calibratable rollback window (caTeleRollBackTimer) before committing the backup.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E293B"/>
                </a:solidFill>
              </a:rPr>
              <a:t>• Zero Application Overhead: </a:t>
            </a:r>
            <a:r>
              <a:rPr sz="900">
                <a:solidFill>
                  <a:srgbClr val="1E293B"/>
                </a:solidFill>
              </a:rPr>
              <a:t>Runs asynchronously on 10ms timing events without stalling engine control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CSAR System Architecture &amp; Boundary Model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Layered AUTOSAR integration across Application SWCs, BSW Services, and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3 of 22</a:t>
            </a:r>
          </a:p>
        </p:txBody>
      </p:sp>
      <p:pic>
        <p:nvPicPr>
          <p:cNvPr id="8" name="Picture 7" descr="diag_csa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217920" cy="38312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50876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ARCHITECTURAL INTEGRATION POINTS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Complex Device Driver (CDD): </a:t>
            </a:r>
            <a:r>
              <a:rPr sz="850">
                <a:solidFill>
                  <a:srgbClr val="1E293B"/>
                </a:solidFill>
              </a:rPr>
              <a:t>Resides in the BSW layer with direct access to hardware buffers and low-level memory services while exposing standard AUTOSAR ports to the RTE.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Crypto Service Manager (CSM): </a:t>
            </a:r>
            <a:r>
              <a:rPr sz="850">
                <a:solidFill>
                  <a:srgbClr val="1E293B"/>
                </a:solidFill>
              </a:rPr>
              <a:t>Interfaced for AES-128-CBC encryption, CMAC message authentication, and hardware-backed random IV generation.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Non-Volatile Memory (NvM): </a:t>
            </a:r>
            <a:r>
              <a:rPr sz="850">
                <a:solidFill>
                  <a:srgbClr val="1E293B"/>
                </a:solidFill>
              </a:rPr>
              <a:t>Stores backup execution state, rollback timer status, and triggers asynchronous block writes to FBLGeneral descriptor.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Virtual Memory Access Manager: </a:t>
            </a:r>
            <a:r>
              <a:rPr sz="850">
                <a:solidFill>
                  <a:srgbClr val="1E293B"/>
                </a:solidFill>
              </a:rPr>
              <a:t>Interacts with vMemAccM and SPI drivers via SerialFlashGetServ() and GetSerialFlashState().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Program Flash (PF): </a:t>
            </a:r>
            <a:r>
              <a:rPr sz="850">
                <a:solidFill>
                  <a:srgbClr val="1E293B"/>
                </a:solidFill>
              </a:rPr>
              <a:t>Directly reads uncompressed calibration blocks and segments from TriCore AURIX internal flash memory.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External Serial Flash (SF): </a:t>
            </a:r>
            <a:r>
              <a:rPr sz="850">
                <a:solidFill>
                  <a:srgbClr val="1E293B"/>
                </a:solidFill>
              </a:rPr>
              <a:t>Erases, programs, and verifies 256-byte pages in dedicated Backup memory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Hardware Topology &amp; Memory Partitioning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Physical flash separation: Internal TriCore Flash vs. External SPI Serial Flash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4 of 22</a:t>
            </a:r>
          </a:p>
        </p:txBody>
      </p:sp>
      <p:pic>
        <p:nvPicPr>
          <p:cNvPr id="8" name="Picture 7" descr="diag_data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583680" cy="38656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508760"/>
            <a:ext cx="39319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MEMORY MAP SPECIFICATION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Serial Flash Device: </a:t>
            </a:r>
            <a:r>
              <a:rPr sz="850">
                <a:solidFill>
                  <a:srgbClr val="1E293B"/>
                </a:solidFill>
              </a:rPr>
              <a:t>512 Mbit (64 MByte) SPI NOR Flash (Cypress S25FL512S or Micron 25QL512).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Buffer Region (0x0200_0000): </a:t>
            </a:r>
            <a:r>
              <a:rPr sz="850">
                <a:solidFill>
                  <a:srgbClr val="1E293B"/>
                </a:solidFill>
              </a:rPr>
              <a:t>Base Address: 33,554,432 (32 MB). Staging area for incoming calibration downloads over telematics.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Backup Region (0x0300_0000): </a:t>
            </a:r>
            <a:r>
              <a:rPr sz="850">
                <a:solidFill>
                  <a:srgbClr val="1E293B"/>
                </a:solidFill>
              </a:rPr>
              <a:t>Base Address: 50,331,648 (48 MB). Dedicated non-volatile rollback vault managed by CDDTeleBackupMngr.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CSU Metadata Header: </a:t>
            </a:r>
            <a:r>
              <a:rPr sz="850">
                <a:solidFill>
                  <a:srgbClr val="1E293B"/>
                </a:solidFill>
              </a:rPr>
              <a:t>Located at the start of Backup Region. Stores block counts, segment sizes, and header CMAC.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256-Byte Page Granularity: </a:t>
            </a:r>
            <a:r>
              <a:rPr sz="850">
                <a:solidFill>
                  <a:srgbClr val="1E293B"/>
                </a:solidFill>
              </a:rPr>
              <a:t>All serial flash writes and read-backs operate in SF_PAGE_SIZE chunks (256 bytes).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Hardware Independence: </a:t>
            </a:r>
            <a:r>
              <a:rPr sz="850">
                <a:solidFill>
                  <a:srgbClr val="1E293B"/>
                </a:solidFill>
              </a:rPr>
              <a:t>vMemAccM driver layer abstracts physical chip commands (sector erase, page program).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3.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Software Component Boundary &amp; RTE Interfaces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Standardized AUTOSAR Sender/Receiver and Client/Server port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5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6858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B2545"/>
                </a:solidFill>
              </a:defRPr>
            </a:pPr>
            <a:r>
              <a:t>AUTOSAR PORT INTERFACE MATRIX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nvrBackupStatus / nvwBackupStatus: </a:t>
            </a:r>
            <a:r>
              <a:rPr sz="800">
                <a:solidFill>
                  <a:srgbClr val="1E293B"/>
                </a:solidFill>
              </a:rPr>
              <a:t>S/R Port (uint8): Reads and updates current backup state (0: UNINITIALIZED, 1: IN_PROGRESS, 2: COMPLT_VALID, 3: FAILED, 4: CSU_FEATURE_DISABLE).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nvrRollBackTimerStatus / nvwRollBackTimerStatus: </a:t>
            </a:r>
            <a:r>
              <a:rPr sz="800">
                <a:solidFill>
                  <a:srgbClr val="1E293B"/>
                </a:solidFill>
              </a:rPr>
              <a:t>S/R Port (uint8/32): Tracks whether the automatic rollback countdown timer is active (1) or inactive (0).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nvrTeleRollBackTimeOut / nvwTeleRollBackTimeOut: </a:t>
            </a:r>
            <a:r>
              <a:rPr sz="800">
                <a:solidFill>
                  <a:srgbClr val="1E293B"/>
                </a:solidFill>
              </a:rPr>
              <a:t>S/R Port (uint32): Current elapsed seconds since portover completion. Incremented every 5s.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nvrPortOverstatus / nvwPortOverstatus: </a:t>
            </a:r>
            <a:r>
              <a:rPr sz="800">
                <a:solidFill>
                  <a:srgbClr val="1E293B"/>
                </a:solidFill>
              </a:rPr>
              <a:t>S/R Port (uint8): Checks if calibration transfer to flash is finished (PORTOVER_COMPLETE). Resets to PORTOVER_DEFAULT on completion.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ppCSUFeatureEnbl: </a:t>
            </a:r>
            <a:r>
              <a:rPr sz="800">
                <a:solidFill>
                  <a:srgbClr val="1E293B"/>
                </a:solidFill>
              </a:rPr>
              <a:t>S/R Port (boolean): Master enable trim calibration. If FALSE, backup is disabled.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ppToolConnectedProg: </a:t>
            </a:r>
            <a:r>
              <a:rPr sz="800">
                <a:solidFill>
                  <a:srgbClr val="1E293B"/>
                </a:solidFill>
              </a:rPr>
              <a:t>S/R Port (boolean): Detects new cal download (0x01) triggering immediate backup.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ppLogCSEvent_LogEvent: </a:t>
            </a:r>
            <a:r>
              <a:rPr sz="800">
                <a:solidFill>
                  <a:srgbClr val="1E293B"/>
                </a:solidFill>
              </a:rPr>
              <a:t>C/S Port (Client): Invoked on 3-attempt failure to record cybersecurity audit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08760"/>
            <a:ext cx="3657600" cy="4663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NVRAM &amp; BSW SERVICES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NvM Block Descriptor: </a:t>
            </a:r>
            <a:r>
              <a:rPr sz="850">
                <a:solidFill>
                  <a:srgbClr val="1E293B"/>
                </a:solidFill>
              </a:rPr>
              <a:t>NvMConf_NvMBlockDescriptor_NvbswcBootSharedBootSharedFBLGeneral: Stores boot shared flags persistently across resets.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Asynchronous NvM Write: </a:t>
            </a:r>
            <a:r>
              <a:rPr sz="850">
                <a:solidFill>
                  <a:srgbClr val="1E293B"/>
                </a:solidFill>
              </a:rPr>
              <a:t>Calls NvM_WriteBlock(Descriptor, NULL_PTR). If write returns E_NOT_OK, sets NvM_backup_update = TRUE to retry in scheduler.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CSM Service IDs: </a:t>
            </a:r>
            <a:r>
              <a:rPr sz="850">
                <a:solidFill>
                  <a:srgbClr val="1E293B"/>
                </a:solidFill>
              </a:rPr>
              <a:t>CSM_AES_128_CBC_ENCRYPT_SERVICE_ID and CSM_MAC_GEN_SERVICE_ID.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Serial Flash Service: </a:t>
            </a:r>
            <a:r>
              <a:rPr sz="850">
                <a:solidFill>
                  <a:srgbClr val="1E293B"/>
                </a:solidFill>
              </a:rPr>
              <a:t>SerialFlashGetServ() dispatches SF_FULL_ERASE, SF_DATA_TRANSFER, and SF_READ_DATA.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4. RUNNABLES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Core Runnables &amp; Execution Lifecycle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Four software entities orchestrating boot initialization, timing, and state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6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reInitCDDTeleBackupMngr()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Trigger: ECU Boot / RTE Start  |  Role: One-Shot Init Runnable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Invoked once immediately after RTE initialization.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Reads non-volatile backup states and portover status.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Arms rollback timer or triggers immediate backup.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Checks CSU master feature enable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2148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reTeleRollBackTimeCheck()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Trigger: TimingEvent: Every 5s  |  Role: Rollback Timer Monitor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Executes periodically every 5 seconds.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Increments TeleRollBackTimeOut counter by 5.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Compares timeout against caTeleRollBackTimer calibration.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When expired: sets status to BACKUP_IN_PROGRESS.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303520" cy="2148840"/>
          </a:xfrm>
          <a:prstGeom prst="roundRect">
            <a:avLst/>
          </a:prstGeom>
          <a:solidFill>
            <a:srgbClr val="E6FF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reCddTeleBackupSchdlr()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Trigger: TimingEvent: Every 10ms  |  Role: Master State Scheduler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Executes periodically every 10 milliseconds.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Active only if status == BACKUP_IN_PROGRESS.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Drives the 15-state primary data pipeline.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Coordinates crypto, flash write, verify &amp;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79"/>
            <a:ext cx="5303520" cy="21488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metadata_extract()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Trigger: Synchronous Helper Call  |  Role: Internal Data Parser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Called internally from reCddTeleBackupSchdlr.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Parses telematics_csu_table block/segment data.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Computes exact metadata length &amp; padding.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Pre-calculates block_cmac_addr_reference.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5.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Startup &amp; Initialization: reInitCDDTeleBackupMngr()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Restoring state, checking calibration flags, and configuring initial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7 of 22</a:t>
            </a:r>
          </a:p>
        </p:txBody>
      </p:sp>
      <p:pic>
        <p:nvPicPr>
          <p:cNvPr id="8" name="Picture 7" descr="diag_ini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035040" cy="4511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508760"/>
            <a:ext cx="44805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INITIALIZATION LOGIC WALKTHROUGH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Set Flash Start Addresses: </a:t>
            </a:r>
            <a:r>
              <a:rPr sz="850">
                <a:solidFill>
                  <a:srgbClr val="1E293B"/>
                </a:solidFill>
              </a:rPr>
              <a:t>Initializes nvwBackupSfStartAddr (0x0300_0000) and nvwBufferSfStartAddr (0x0200_0000).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Read NVRAM &amp; Ports: </a:t>
            </a:r>
            <a:r>
              <a:rPr sz="850">
                <a:solidFill>
                  <a:srgbClr val="1E293B"/>
                </a:solidFill>
              </a:rPr>
              <a:t>Reads NVM_portover_status, new_cal_download, NVM_Back_up_status, Rollback_timer_status, and CSU_feature_enable.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Feature Enable Gate: </a:t>
            </a:r>
            <a:r>
              <a:rPr sz="850">
                <a:solidFill>
                  <a:srgbClr val="1E293B"/>
                </a:solidFill>
              </a:rPr>
              <a:t>If CSU_feature_enable == FALSE: sets status to CSU_FEATURE_DISABLE and bypasses backup logic.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Condition A: Arm Rollback Timer: </a:t>
            </a:r>
            <a:r>
              <a:rPr sz="850">
                <a:solidFill>
                  <a:srgbClr val="1E293B"/>
                </a:solidFill>
              </a:rPr>
              <a:t>If portover is COMPLETE, timer is inactive, and backup is not already in progress:
-&gt; Sets Rollback_timer_status = 1, TeleRollBackTimeOut = 0.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Condition B: Immediate Backup: </a:t>
            </a:r>
            <a:r>
              <a:rPr sz="850">
                <a:solidFill>
                  <a:srgbClr val="1E293B"/>
                </a:solidFill>
              </a:rPr>
              <a:t>If new_cal_download == 0x01 OR NVM_Back_up_status == BACKUP_FAILED:
-&gt; Sets NVM_Back_up_status = BACKUP_IN_PROGRESS immediately.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NVRAM Persistence: </a:t>
            </a:r>
            <a:r>
              <a:rPr sz="850">
                <a:solidFill>
                  <a:srgbClr val="1E293B"/>
                </a:solidFill>
              </a:rPr>
              <a:t>Calls NvM_WriteBlock() for FBLGeneral block. If write returns E_NOT_OK, sets NvM_backup_update = TRUE to retry in the 10ms scheduler.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5.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Rollback Timer Management: reTeleRollBackTimeCheck()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Managing the configurable pre-backup rollback evaluation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8 of 22</a:t>
            </a:r>
          </a:p>
        </p:txBody>
      </p:sp>
      <p:pic>
        <p:nvPicPr>
          <p:cNvPr id="8" name="Picture 7" descr="diag_rollback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852160" cy="45172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508760"/>
            <a:ext cx="46634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ROLLBACK TIMER OPERATIONAL MECHANISM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5-Second Cadence: </a:t>
            </a:r>
            <a:r>
              <a:rPr sz="850">
                <a:solidFill>
                  <a:srgbClr val="1E293B"/>
                </a:solidFill>
              </a:rPr>
              <a:t>Triggered every 5000ms via RTE timing event, minimizing CPU runtime impact during normal engine operation.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Gate Condition: </a:t>
            </a:r>
            <a:r>
              <a:rPr sz="850">
                <a:solidFill>
                  <a:srgbClr val="1E293B"/>
                </a:solidFill>
              </a:rPr>
              <a:t>Executes only if Rollback_timer_status == TRUE AND CSU_feature_enable == TRUE. Otherwise exits immediately.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Timeout Comparison: </a:t>
            </a:r>
            <a:r>
              <a:rPr sz="850">
                <a:solidFill>
                  <a:srgbClr val="1E293B"/>
                </a:solidFill>
              </a:rPr>
              <a:t>Compares current elapsed timeout against calibration caTeleRollBackTimer (via Rte_CData_caTeleRollBackTimer()).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Timer Running Path: </a:t>
            </a:r>
            <a:r>
              <a:rPr sz="850">
                <a:solidFill>
                  <a:srgbClr val="1E293B"/>
                </a:solidFill>
              </a:rPr>
              <a:t>If TeleRollBackTimeOut &lt; calibration limit, increments counter by 5 seconds (TeleRollBackTimeOut += 5).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Timer Expiration Path: </a:t>
            </a:r>
            <a:r>
              <a:rPr sz="850">
                <a:solidFill>
                  <a:srgbClr val="1E293B"/>
                </a:solidFill>
              </a:rPr>
              <a:t>If TeleRollBackTimeOut &gt;= caTeleRollBackTimer:
• Sets NVM_Back_up_status = BACKUP_IN_PROGRESS
• Sets Rollback_timer_status = 0 (Deactivates timer)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Atomic NvM Persistence: </a:t>
            </a:r>
            <a:r>
              <a:rPr sz="850">
                <a:solidFill>
                  <a:srgbClr val="1E293B"/>
                </a:solidFill>
              </a:rPr>
              <a:t>Writes updated timeout &amp; status to NVRAM descriptor. Tracks write result via Rollback_NvM_WriteBlock_rtn.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6.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CSU Metadata &amp; ODX-F Data Structures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ODX-F block/segment hierarchies and dynamic serial flash address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9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ODX-F DATA MODEL (telematics_csu_table)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Hierarchical Model: </a:t>
            </a:r>
            <a:r>
              <a:rPr sz="850">
                <a:solidFill>
                  <a:srgbClr val="1E293B"/>
                </a:solidFill>
              </a:rPr>
              <a:t>Calibration is structured as N Blocks -&gt; each Block contains M Segments -&gt; each Segment contains raw Program Flash memory.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telematics_csu_block_count: </a:t>
            </a:r>
            <a:r>
              <a:rPr sz="850">
                <a:solidFill>
                  <a:srgbClr val="1E293B"/>
                </a:solidFill>
              </a:rPr>
              <a:t>Specifies total number of ODX-F blocks to be backed up (e.g., Engine Cal, Transmission Cal, Diagnostics).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Segment Descriptor (8 Bytes): </a:t>
            </a:r>
            <a:r>
              <a:rPr sz="850">
                <a:solidFill>
                  <a:srgbClr val="1E293B"/>
                </a:solidFill>
              </a:rPr>
              <a:t>Struct containing: uint32 source_start_address_pf (4B) and uint32 uncompress_size (4B).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Big-Endian Conversion: </a:t>
            </a:r>
            <a:r>
              <a:rPr sz="850">
                <a:solidFill>
                  <a:srgbClr val="1E293B"/>
                </a:solidFill>
              </a:rPr>
              <a:t>Segment address &amp; size are converted to Big-Endian network byte order before hashing into CMAC (Req 13738945).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tele_sf_request_data_t: </a:t>
            </a:r>
            <a:r>
              <a:rPr sz="850">
                <a:solidFill>
                  <a:srgbClr val="1E293B"/>
                </a:solidFill>
              </a:rPr>
              <a:t>Buffer structure passed to SerialFlashGetServ() containing source address, data pointer, length, and transfer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4937760" cy="4663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METADATA LENGTH &amp; CMAC REFERENCE MATH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Function metadata_extract(): </a:t>
            </a:r>
            <a:r>
              <a:rPr sz="850">
                <a:solidFill>
                  <a:srgbClr val="1E293B"/>
                </a:solidFill>
              </a:rPr>
              <a:t>Executed in BACKUP_FULL_ERASE state to populate csu_header_backup from telematics_csu_table.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Metadata Length Formula: </a:t>
            </a:r>
            <a:r>
              <a:rPr sz="850">
                <a:solidFill>
                  <a:srgbClr val="1E293B"/>
                </a:solidFill>
              </a:rPr>
              <a:t>metadata_length = CSU_METADATA_STRUCT_FIX_LENGTH (0x17)
+ (num_blocks * (BLOCK_CYBER_HEADER_LENGTH (0x188) + 1))
+ (total_segments * SEGMENT_DATA_STRUCT_LENGTH (0xC))
+ CMAC_GEN_LENGTH (16 bytes)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Page Alignment Padding: </a:t>
            </a:r>
            <a:r>
              <a:rPr sz="850">
                <a:solidFill>
                  <a:srgbClr val="1E293B"/>
                </a:solidFill>
              </a:rPr>
              <a:t>cmac_padding = SF_PAGE_SIZE - (metadata_length % SF_PAGE_SIZE)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Block CMAC Reference Address: </a:t>
            </a:r>
            <a:r>
              <a:rPr sz="850">
                <a:solidFill>
                  <a:srgbClr val="1E293B"/>
                </a:solidFill>
              </a:rPr>
              <a:t>block_cmac_addr_reference = METADATA_REF_ADDRESS + cmac_padding + metadata_length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Key Benefit: </a:t>
            </a:r>
            <a:r>
              <a:rPr sz="850">
                <a:solidFill>
                  <a:srgbClr val="1E293B"/>
                </a:solidFill>
              </a:rPr>
              <a:t>Guarantees that block-level CMAC storage locations never collide with metadata headers or encrypted payloads.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7.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Master Backup State Machine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2-Tier state machine: 15-state Data Pipeline &amp; 6-state Metadata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10 of 22</a:t>
            </a:r>
          </a:p>
        </p:txBody>
      </p:sp>
      <p:pic>
        <p:nvPicPr>
          <p:cNvPr id="8" name="Picture 7" descr="dia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8655" cy="66716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1: Erase, Addressing &amp; Key Loading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States: NO_REQUEST -&gt; BACKUP_FULL_ERASE -&gt; PF_ADDR_HANDLE -&gt; SET_KEYS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11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State 0: NO_REQUEST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Idle / Waiting State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Default resting state of the scheduler.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Executes no operations.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Exited when NVM_Back_up_status == BACKUP_IN_PROGRESS.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21488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State 1: BACKUP_FULL_ERASE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Erase SF Backup Region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Checks GetSerialFlashState() == SF_REQUEST_COMPLETE.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Dispatches SF_FULL_ERASE on BACKUP_REGION via SerialFlashGetServ().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Invokes metadata_extract() to parse CSU table.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Initializes PF_Addr to Block[0].Segment[0] start.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Transitions to PF_ADDR_HANDLE (or RETRY on fail).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303520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State 2: PF_ADDR_HANDLE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Address &amp; Boundary Logic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Calculates segment and block boundary endpoints.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Detects start of segment: triggers 16B Random IV generation via Csm_RandomGenerate().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Detects last page of segment: calculates remaining bytes and sets segment_last_page flag.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Copies 256 bytes from Program Flash into Mem_Read_Buff.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Transitions to SET_KEYS (start of seg) or CYBER_UPDATE.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79"/>
            <a:ext cx="5303520" cy="21488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State 3: SET_KEYS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Load Keys into CSM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Configures AES encryption and CMAC keys in CSM.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Calls Csm_KeyElementSet() with IV and key material.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Calls Csm_KeySetValid() to activate keys.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Transitions to CMAC_START or ENCRYPT_START.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2: Cryptographic Pipeline (AES-128 &amp; CMAC)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Confidentiality &amp; Authentication via AUTOSAR Crypto Service Manager (CSM)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12 of 22</a:t>
            </a:r>
          </a:p>
        </p:txBody>
      </p:sp>
      <p:pic>
        <p:nvPicPr>
          <p:cNvPr id="8" name="Picture 7" descr="diag_crypt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217920" cy="34797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50876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CRYPTOGRAPHIC SECURITY SPECIFICATION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AES-128-CBC Encryption: </a:t>
            </a:r>
            <a:r>
              <a:rPr sz="850">
                <a:solidFill>
                  <a:srgbClr val="1E293B"/>
                </a:solidFill>
              </a:rPr>
              <a:t>Provides confidentiality. Program Flash data is encrypted into backup_encrypt_data[] using 128-bit AES in CBC mode.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Cipher IV Initialization: </a:t>
            </a:r>
            <a:r>
              <a:rPr sz="850">
                <a:solidFill>
                  <a:srgbClr val="1E293B"/>
                </a:solidFill>
              </a:rPr>
              <a:t>A unique 16-byte IV is generated per session (Csm_RandomGenerate) and stored in the first page of the block.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CMAC Authentication: </a:t>
            </a:r>
            <a:r>
              <a:rPr sz="850">
                <a:solidFill>
                  <a:srgbClr val="1E293B"/>
                </a:solidFill>
              </a:rPr>
              <a:t>Provides data integrity and origin authentication. Computed incrementally across all segment data.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Segment Header Binding: </a:t>
            </a:r>
            <a:r>
              <a:rPr sz="850">
                <a:solidFill>
                  <a:srgbClr val="1E293B"/>
                </a:solidFill>
              </a:rPr>
              <a:t>State SEG_START_HANDLE formats [source_start_address_pf (4B) | uncompress_size (4B)] into Big-Endian and hashes it BEFORE payload data!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Asynchronous CSM Polling: </a:t>
            </a:r>
            <a:r>
              <a:rPr sz="850">
                <a:solidFill>
                  <a:srgbClr val="1E293B"/>
                </a:solidFill>
              </a:rPr>
              <a:t>Handles CRYPTO_E_BUSY gracefully: if CSM hardware is busy, scheduler stays in state until next 10ms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3: Page Processing, Writing &amp;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States: CYBER_UPDATE -&gt; ENCRYPT_FINISH -&gt; WRITE_TO_SF -&gt; BACKUP_READ_SF_DATA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13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21488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State 6: CYBER_UPDATE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Chunk Encryption &amp; MAC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Calls Csm_Encrypt(UPDATE) to encrypt 256 bytes from Mem_Read_Buff into backup_encrypt_data.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Calls Csm_MacGenerate(UPDATE) to update block CMAC with plain data.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If last page of segment: transitions to ENCRYPT_FINISH.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Otherwise: transitions directly to WRITE_TO_SF.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2148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State 7: ENCRYPT_FINISH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Finalize AES Ciphertext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Calls Csm_Encrypt(FINISH) to finalize cipher stream and handle block cipher padding.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Updates backup_result_len_encrypt with final ciphertext length.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Transitions to WRITE_TO_SF.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5303520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State 8: WRITE_TO_SF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Write Encrypted 256B Page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Dispatches SF_DATA_TRANSFER request via SerialFlashGetServ().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Writes backup_encrypt_data[256] to Serial Flash at PF2SF_translate_addr.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Polls GetSerialFlashState().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On success: transitions to BACKUP_READ_SF_DATA.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79"/>
            <a:ext cx="5303520" cy="2148840"/>
          </a:xfrm>
          <a:prstGeom prst="roundRect">
            <a:avLst/>
          </a:prstGeom>
          <a:solidFill>
            <a:srgbClr val="E6FF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State 9: BACKUP_READ_SF_DATA</a:t>
            </a:r>
          </a:p>
          <a:p>
            <a:pPr>
              <a:spcAft>
                <a:spcPts val="400"/>
              </a:spcAft>
              <a:defRPr sz="850" b="1">
                <a:solidFill>
                  <a:srgbClr val="0B2545"/>
                </a:solidFill>
              </a:defRPr>
            </a:pPr>
            <a:r>
              <a:t>Byte-by-Byte Verification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CRITICAL SAFETY STEP: Reads written page back from Serial Flash into Mem_Read_Buff.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Compares every byte: if Mem_Read_Buff[i] != backup_encrypt_data[i] -&gt; triggers BACKUP_RETRY!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If matched: advances PF_Addr by 256 bytes.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</a:rPr>
              <a:t>• If block end reached -&gt; CMAC_FINISH; else -&gt; PF_ADDR_HANDLE.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4: Block CMAC Generation &amp; Multi-Block Loop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States: CMAC_FINISH -&gt; CMAC_WRITE -&gt; Next Block Iteration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14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BLOCK CMAC LIFECYCLE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State CMAC_FINISH (Line 676): </a:t>
            </a:r>
            <a:r>
              <a:rPr sz="850">
                <a:solidFill>
                  <a:srgbClr val="1E293B"/>
                </a:solidFill>
              </a:rPr>
              <a:t>Calls Csm_MacGenerate(FINISH) with NULL input to finalize the 16-byte MAC tag into CMAC_array[16].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State CMAC_WRITE (Line 826): </a:t>
            </a:r>
            <a:r>
              <a:rPr sz="850">
                <a:solidFill>
                  <a:srgbClr val="1E293B"/>
                </a:solidFill>
              </a:rPr>
              <a:t>Dispatches SF_DATA_TRANSFER to write CMAC_array to serial flash at block_cmac_addr_reference.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Multi-Block Evaluation: </a:t>
            </a:r>
            <a:r>
              <a:rPr sz="850">
                <a:solidFill>
                  <a:srgbClr val="1E293B"/>
                </a:solidFill>
              </a:rPr>
              <a:t>Checks last_block_cmac flag:
• If more blocks exist: increments block_cmac_addr_reference by SF_PAGE_SIZE and returns to PF_ADDR_HANDLE for next block.
• If last block complete: sets backup_flag = NO_REQUEST and triggers the Metadata State Machine!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Error Trapping: </a:t>
            </a:r>
            <a:r>
              <a:rPr sz="850">
                <a:solidFill>
                  <a:srgbClr val="1E293B"/>
                </a:solidFill>
              </a:rPr>
              <a:t>If serial flash state reports SF_REQUEST_FAIL during CMAC write, logs error 0x11/0x12 and jumps to BACKUP_RETRY.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663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BLOCK CMAC STORAGE ARCHITECTURE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Independent Block MACs: </a:t>
            </a:r>
            <a:r>
              <a:rPr sz="850">
                <a:solidFill>
                  <a:srgbClr val="1E293B"/>
                </a:solidFill>
              </a:rPr>
              <a:t>Each ODX-F block receives its own distinct 16-byte CMAC signature covering its segments and uncompressed data.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Reference Address Pre-calculation: </a:t>
            </a:r>
            <a:r>
              <a:rPr sz="850">
                <a:solidFill>
                  <a:srgbClr val="1E293B"/>
                </a:solidFill>
              </a:rPr>
              <a:t>block_cmac_addr_reference was pre-computed during metadata_extract() to prevent memory overlaps.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Block Progression: </a:t>
            </a:r>
            <a:r>
              <a:rPr sz="850">
                <a:solidFill>
                  <a:srgbClr val="1E293B"/>
                </a:solidFill>
              </a:rPr>
              <a:t>Block 0 CMAC -&gt; Block 1 CMAC -&gt; ... -&gt; Block N CMAC.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Transition to Metadata Pipeline: </a:t>
            </a:r>
            <a:r>
              <a:rPr sz="850">
                <a:solidFill>
                  <a:srgbClr val="1E293B"/>
                </a:solidFill>
              </a:rPr>
              <a:t>When last block CMAC is confirmed written to flash:
• blk_index and seg_index reset to 0
• backup_metadata_flag = METADATA_CMAC_START
• data_transfer_info.source_address_pf = METADATA_REF_ADDRESS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5: CSU Metadata Sub-State Machine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Finalizing CSU table packaging, computing header CMAC, and flash 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15 of 22</a:t>
            </a:r>
          </a:p>
        </p:txBody>
      </p:sp>
      <p:pic>
        <p:nvPicPr>
          <p:cNvPr id="8" name="Picture 7" descr="trimmed_flow_schdlr_meta_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396812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35040" y="150876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B2545"/>
                </a:solidFill>
              </a:defRPr>
            </a:pPr>
            <a:r>
              <a:t>METADATA SUB-STATE MACHINE (backup_metadata_flag)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METADATA_CMAC_START (Line 1082): </a:t>
            </a:r>
            <a:r>
              <a:rPr sz="800">
                <a:solidFill>
                  <a:srgbClr val="1E293B"/>
                </a:solidFill>
              </a:rPr>
              <a:t>Initializes CSM for metadata MAC generation (Csm_MacGenerate START). Transitions to METADATA_ARRAY_HANDLING.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METADATA_ARRAY_HANDLING (Line 947): </a:t>
            </a:r>
            <a:r>
              <a:rPr sz="800">
                <a:solidFill>
                  <a:srgbClr val="1E293B"/>
                </a:solidFill>
              </a:rPr>
              <a:t>Constructs backup_matadata_array[] by copying CSU fixed header, block count, segment counts, and addresses from csu_header_backup. Handles multi-page splitting.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METADATA_CMAC_UPDATE (Line 1126): </a:t>
            </a:r>
            <a:r>
              <a:rPr sz="800">
                <a:solidFill>
                  <a:srgbClr val="1E293B"/>
                </a:solidFill>
              </a:rPr>
              <a:t>Feeds populated metadata bytes into Csm_MacGenerate(UPDATE). Transitions to METADATA_WRITE or METADATA_CMAC_FINISH.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METADATA_CMAC_FINISH (Line 1225): </a:t>
            </a:r>
            <a:r>
              <a:rPr sz="800">
                <a:solidFill>
                  <a:srgbClr val="1E293B"/>
                </a:solidFill>
              </a:rPr>
              <a:t>Finalizes metadata CMAC tag and appends the 16-byte MAC to the metadata array. Transitions to METADATA_WRITE.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E293B"/>
                </a:solidFill>
              </a:rPr>
              <a:t>• METADATA_WRITE (Line 1160): </a:t>
            </a:r>
            <a:r>
              <a:rPr sz="800">
                <a:solidFill>
                  <a:srgbClr val="1E293B"/>
                </a:solidFill>
              </a:rPr>
              <a:t>Dispatches SF_DATA_TRANSFER to write complete metadata + CMAC to SF_BACKUP_CSU_METADATA_STRUCTURE_START. On completion -&gt; BACKUP_COMPLETE!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8. DETAILED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Phase 6: Completion &amp; NVRAM Persistence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State: BACKUP_COMPLETE, Status updates, and NvM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16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6634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6A34A"/>
                </a:solidFill>
              </a:defRPr>
            </a:pPr>
            <a:r>
              <a:t>STATE: BACKUP_COMPLETE (Line 905)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Serial Flash Status Polling: </a:t>
            </a:r>
            <a:r>
              <a:rPr sz="850">
                <a:solidFill>
                  <a:srgbClr val="1E293B"/>
                </a:solidFill>
              </a:rPr>
              <a:t>Verifies GetSerialFlashState() == SF_REQUEST_COMPLETE before committing final status.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Status Transition: BACKUP_COMPLT_VALID: </a:t>
            </a:r>
            <a:r>
              <a:rPr sz="850">
                <a:solidFill>
                  <a:srgbClr val="1E293B"/>
                </a:solidFill>
              </a:rPr>
              <a:t>Updates NVM_Back_up_status = BACKUP_COMPLT_VALID (Satisfies Requirement 13738925).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Portover Status Reset: </a:t>
            </a:r>
            <a:r>
              <a:rPr sz="850">
                <a:solidFill>
                  <a:srgbClr val="1E293B"/>
                </a:solidFill>
              </a:rPr>
              <a:t>Resets nvrPortOverstatus to PORTOVER_DEFAULT to indicate that post-portover actions are finalized.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State Machine Reset: </a:t>
            </a:r>
            <a:r>
              <a:rPr sz="850">
                <a:solidFill>
                  <a:srgbClr val="1E293B"/>
                </a:solidFill>
              </a:rPr>
              <a:t>Sets backup_flag = NO_REQUEST and clears internal counters.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Persistent Flag Trigger: </a:t>
            </a:r>
            <a:r>
              <a:rPr sz="850">
                <a:solidFill>
                  <a:srgbClr val="1E293B"/>
                </a:solidFill>
              </a:rPr>
              <a:t>Sets NvM_backup_update = TRUE to trigger atomic NVRAM write.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NVRAM COMMIT &amp; ERROR RECOVERY (Line 1253)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Deferred Write Mechanism: </a:t>
            </a:r>
            <a:r>
              <a:rPr sz="850">
                <a:solidFill>
                  <a:srgbClr val="1E293B"/>
                </a:solidFill>
              </a:rPr>
              <a:t>To prevent blocking the 10ms scheduler, NvM writes are managed via the NvM_backup_update flag.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NvM_GetErrorStatus Check: </a:t>
            </a:r>
            <a:r>
              <a:rPr sz="850">
                <a:solidFill>
                  <a:srgbClr val="1E293B"/>
                </a:solidFill>
              </a:rPr>
              <a:t>Scheduler polls NvM_GetErrorStatus(NvMConf_NvMBlockDescriptor_NvbswcBootSharedBootSharedFBLGeneral, &amp;NvM_Error_status).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NvM_WriteBlock Dispatch: </a:t>
            </a:r>
            <a:r>
              <a:rPr sz="850">
                <a:solidFill>
                  <a:srgbClr val="1E293B"/>
                </a:solidFill>
              </a:rPr>
              <a:t>If NvM is idle (E_OK), dispatches NvM_WriteBlock and clears NvM_backup_update = FALSE.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Resilient across Power Cuts: </a:t>
            </a:r>
            <a:r>
              <a:rPr sz="850">
                <a:solidFill>
                  <a:srgbClr val="1E293B"/>
                </a:solidFill>
              </a:rPr>
              <a:t>Because the status is persistently recorded in NVRAM, subsequent ECU key cycles know that a valid, verified backup exists.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9. RUNTIME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Runtime Sequence Diagram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End-to-end execution chronology across OS, CDD, CSM, Serial Flash &amp; NvM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17 of 22</a:t>
            </a:r>
          </a:p>
        </p:txBody>
      </p:sp>
      <p:pic>
        <p:nvPicPr>
          <p:cNvPr id="8" name="Picture 7" descr="diag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8655" cy="72836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10.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Fault Tolerance &amp; Cybersecurity Event Logging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3-attempt retry loop, permanent failure recovery, and cybersecurity audit trails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18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6634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STATE: BACKUP_RETRY (Line 881)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Failure Trigger Sources: </a:t>
            </a:r>
            <a:r>
              <a:rPr sz="850">
                <a:solidFill>
                  <a:srgbClr val="1E293B"/>
                </a:solidFill>
              </a:rPr>
              <a:t>Transitions to BACKUP_RETRY from:
• Serial Flash driver errors (SF_REQUEST_FAIL)
• CSM crypto errors (E_NOT_OK)
• Hardware read-back verification byte mismatches!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Attempt Counter: </a:t>
            </a:r>
            <a:r>
              <a:rPr sz="850">
                <a:solidFill>
                  <a:srgbClr val="1E293B"/>
                </a:solidFill>
              </a:rPr>
              <a:t>backup_attempts counter increments on each failure entry.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Attempts &lt;= 3 (Transient Failure): </a:t>
            </a:r>
            <a:r>
              <a:rPr sz="850">
                <a:solidFill>
                  <a:srgbClr val="1E293B"/>
                </a:solidFill>
              </a:rPr>
              <a:t>Satisfies Requirement 13594046:
• Loops back to BACKUP_FULL_ERASE to completely wipe Serial Flash and re-execute entire backup pipeline from scratch!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Attempts &gt; 3 (Permanent Failure): </a:t>
            </a:r>
            <a:r>
              <a:rPr sz="850">
                <a:solidFill>
                  <a:srgbClr val="1E293B"/>
                </a:solidFill>
              </a:rPr>
              <a:t>Exhaustion of retries declares backup failure:
• Sets NVM_Back_up_status = BACKUP_FAILED
• Sets NvM_backup_update = TRUE to persist failed state
• Transitions backup_flag = NO_REQUEST.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CYBERSECURITY EVENT LOGGING (CR#17113464)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Regulatory Compliance: </a:t>
            </a:r>
            <a:r>
              <a:rPr sz="850">
                <a:solidFill>
                  <a:srgbClr val="1E293B"/>
                </a:solidFill>
              </a:rPr>
              <a:t>Complies with UNECE R155 &amp; ISO/SAE 21434 automotive cybersecurity audit requirements for software update failures.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RTE Client/Server Call: </a:t>
            </a:r>
            <a:r>
              <a:rPr sz="850">
                <a:solidFill>
                  <a:srgbClr val="1E293B"/>
                </a:solidFill>
              </a:rPr>
              <a:t>Rte_Call_ppLogCSEvent_LogEvent((uint8)UPDATE_FAILURE, &amp;Update_Failure_ReasonCode[0], 0xFFu, 0xFFu)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Reason Codes: </a:t>
            </a:r>
            <a:r>
              <a:rPr sz="850">
                <a:solidFill>
                  <a:srgbClr val="1E293B"/>
                </a:solidFill>
              </a:rPr>
              <a:t>Update_Failure_ReasonCode[2] = {13, 67} (Hex: 0x0D, 0x43) specifically identifying backup flash/crypto failure.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Next Key Cycle Recovery: </a:t>
            </a:r>
            <a:r>
              <a:rPr sz="850">
                <a:solidFill>
                  <a:srgbClr val="1E293B"/>
                </a:solidFill>
              </a:rPr>
              <a:t>Per Req 13594046: On the next ignition key cycle, reInitCDDTeleBackupMngr detects BACKUP_FAILED and automatically triggers a fresh backup attempt!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11.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Debug Instrumentation &amp; Diagnostics Support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Live runtime inspection structures, build switches, and diagnostic error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19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DEBUG STRUCTURE: tele_dbg_backup_t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Build Switch DBG_TELE_CSU_BACKUP: </a:t>
            </a:r>
            <a:r>
              <a:rPr sz="850">
                <a:solidFill>
                  <a:srgbClr val="1E293B"/>
                </a:solidFill>
              </a:rPr>
              <a:t>When set to STD_ON, enables real-time diagnostic recording without incurring production overhead.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sm_backup_event_flag: </a:t>
            </a:r>
            <a:r>
              <a:rPr sz="850">
                <a:solidFill>
                  <a:srgbClr val="1E293B"/>
                </a:solidFill>
              </a:rPr>
              <a:t>Tracks the active state of the primary backup state machine (e.g. BACKUP_FULL_ERASE, WRITE_TO_SF).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sm_metadata_process_flag: </a:t>
            </a:r>
            <a:r>
              <a:rPr sz="850">
                <a:solidFill>
                  <a:srgbClr val="1E293B"/>
                </a:solidFill>
              </a:rPr>
              <a:t>Tracks the active state of the metadata sub-state machine.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sf_reference_addr &amp; pf_read_addr: </a:t>
            </a:r>
            <a:r>
              <a:rPr sz="850">
                <a:solidFill>
                  <a:srgbClr val="1E293B"/>
                </a:solidFill>
              </a:rPr>
              <a:t>Records current Serial Flash translated write pointer and Program Flash read address.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blk_index &amp; seg_index: </a:t>
            </a:r>
            <a:r>
              <a:rPr sz="850">
                <a:solidFill>
                  <a:srgbClr val="1E293B"/>
                </a:solidFill>
              </a:rPr>
              <a:t>Exposes current ODX-F block and segment indices for live debugger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DIAGNOSTIC ERROR CODE REFERENCE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0x01 / 0x02: </a:t>
            </a:r>
            <a:r>
              <a:rPr sz="850">
                <a:solidFill>
                  <a:srgbClr val="1E293B"/>
                </a:solidFill>
              </a:rPr>
              <a:t>Serial Flash Full Erase request failure (current / previous request error).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0x03 / 0x04: </a:t>
            </a:r>
            <a:r>
              <a:rPr sz="850">
                <a:solidFill>
                  <a:srgbClr val="1E293B"/>
                </a:solidFill>
              </a:rPr>
              <a:t>CSM Random IV Generation error / Key Element Set failure.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0x05 / 0x06: </a:t>
            </a:r>
            <a:r>
              <a:rPr sz="850">
                <a:solidFill>
                  <a:srgbClr val="1E293B"/>
                </a:solidFill>
              </a:rPr>
              <a:t>AES-128 Encryption Start failure / CMAC Start failure.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0x07 / 0x08: </a:t>
            </a:r>
            <a:r>
              <a:rPr sz="850">
                <a:solidFill>
                  <a:srgbClr val="1E293B"/>
                </a:solidFill>
              </a:rPr>
              <a:t>Segment Start Handle CMAC error / Cyber Update Encrypt error.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0x0F / 0x10: </a:t>
            </a:r>
            <a:r>
              <a:rPr sz="850">
                <a:solidFill>
                  <a:srgbClr val="1E293B"/>
                </a:solidFill>
              </a:rPr>
              <a:t>WRITE_TO_SF serial flash write transfer failure.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0x1C: </a:t>
            </a:r>
            <a:r>
              <a:rPr sz="850">
                <a:solidFill>
                  <a:srgbClr val="1E293B"/>
                </a:solidFill>
              </a:rPr>
              <a:t>BACKUP_READ_SF_DATA read command dispatch failure.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0x1D: </a:t>
            </a:r>
            <a:r>
              <a:rPr sz="850">
                <a:solidFill>
                  <a:srgbClr val="1E293B"/>
                </a:solidFill>
              </a:rPr>
              <a:t>HARDWARE VERIFICATION MISMATCH (Read data != Encrypted data).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0x11 / 0x12: </a:t>
            </a:r>
            <a:r>
              <a:rPr sz="850">
                <a:solidFill>
                  <a:srgbClr val="1E293B"/>
                </a:solidFill>
              </a:rPr>
              <a:t>CMAC_WRITE block MAC write failure.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0x13: </a:t>
            </a:r>
            <a:r>
              <a:rPr sz="850">
                <a:solidFill>
                  <a:srgbClr val="1E293B"/>
                </a:solidFill>
              </a:rPr>
              <a:t>Retry counter exhausted (&gt; 3 attempts) -&gt; BACKUP_FAILED.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12. VERIFICATION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Requirements Traceability Matrix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Direct alignment between Integrity Requirement IDs and implementation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20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INTEGRITY REQUIREMENT TRACING (Document ID: 9167284)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13584655 — </a:t>
            </a:r>
            <a:r>
              <a:rPr sz="800">
                <a:solidFill>
                  <a:srgbClr val="1E293B"/>
                </a:solidFill>
              </a:rPr>
              <a:t>Copy calibration from Program Flash, encrypt it, and write to Serial Flash.  </a:t>
            </a:r>
            <a:r>
              <a:rPr b="1" sz="800">
                <a:solidFill>
                  <a:srgbClr val="00A896"/>
                </a:solidFill>
              </a:rPr>
              <a:t>[Satisfied by reCddTeleBackupSchdlr (CYBER_UPDATE &amp; WRITE_TO_SF).]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13584660 — </a:t>
            </a:r>
            <a:r>
              <a:rPr sz="800">
                <a:solidFill>
                  <a:srgbClr val="1E293B"/>
                </a:solidFill>
              </a:rPr>
              <a:t>ECM shall start backup whenever new ECM cal/software is flashed.  </a:t>
            </a:r>
            <a:r>
              <a:rPr b="1" sz="800">
                <a:solidFill>
                  <a:srgbClr val="00A896"/>
                </a:solidFill>
              </a:rPr>
              <a:t>[Satisfied by reInitCDDTeleBackupMngr &amp; reCddTeleBackupSchdlr.]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13584666 — </a:t>
            </a:r>
            <a:r>
              <a:rPr sz="800">
                <a:solidFill>
                  <a:srgbClr val="1E293B"/>
                </a:solidFill>
              </a:rPr>
              <a:t>ECM shall read Program Flash as per ODX-F block/segment structure.  </a:t>
            </a:r>
            <a:r>
              <a:rPr b="1" sz="800">
                <a:solidFill>
                  <a:srgbClr val="00A896"/>
                </a:solidFill>
              </a:rPr>
              <a:t>[Satisfied by metadata_extract &amp; PF_ADDR_HANDLE.]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13584663 — </a:t>
            </a:r>
            <a:r>
              <a:rPr sz="800">
                <a:solidFill>
                  <a:srgbClr val="1E293B"/>
                </a:solidFill>
              </a:rPr>
              <a:t>ECM shall store backup cals on Serial Flash memory.  </a:t>
            </a:r>
            <a:r>
              <a:rPr b="1" sz="800">
                <a:solidFill>
                  <a:srgbClr val="00A896"/>
                </a:solidFill>
              </a:rPr>
              <a:t>[Satisfied by WRITE_TO_SF and SerialFlashGetServ API.]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13738939 — </a:t>
            </a:r>
            <a:r>
              <a:rPr sz="800">
                <a:solidFill>
                  <a:srgbClr val="1E293B"/>
                </a:solidFill>
              </a:rPr>
              <a:t>ECM shall calculate CMAC on Metadata and store at end of metadata.  </a:t>
            </a:r>
            <a:r>
              <a:rPr b="1" sz="800">
                <a:solidFill>
                  <a:srgbClr val="00A896"/>
                </a:solidFill>
              </a:rPr>
              <a:t>[Satisfied by METADATA_CMAC_FINISH &amp; METADATA_WRITE.]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13594046 — </a:t>
            </a:r>
            <a:r>
              <a:rPr sz="800">
                <a:solidFill>
                  <a:srgbClr val="1E293B"/>
                </a:solidFill>
              </a:rPr>
              <a:t>If interrupted, retry 3 times. On 3rd fail, set BACKUP_FAILED; retry on new key cycle.  </a:t>
            </a:r>
            <a:r>
              <a:rPr b="1" sz="800">
                <a:solidFill>
                  <a:srgbClr val="00A896"/>
                </a:solidFill>
              </a:rPr>
              <a:t>[Satisfied by BACKUP_RETRY &amp; reInitCDDTeleBackupMngr.]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13738925 — </a:t>
            </a:r>
            <a:r>
              <a:rPr sz="800">
                <a:solidFill>
                  <a:srgbClr val="1E293B"/>
                </a:solidFill>
              </a:rPr>
              <a:t>Once complete backup stored, set status to BACKUP_COMPLT_VALID.  </a:t>
            </a:r>
            <a:r>
              <a:rPr b="1" sz="800">
                <a:solidFill>
                  <a:srgbClr val="00A896"/>
                </a:solidFill>
              </a:rPr>
              <a:t>[Satisfied by BACKUP_COMPLETE state.]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13738945 — </a:t>
            </a:r>
            <a:r>
              <a:rPr sz="800">
                <a:solidFill>
                  <a:srgbClr val="1E293B"/>
                </a:solidFill>
              </a:rPr>
              <a:t>CMAC calculated for each block, considering segment address &amp; length in Big-Endian.  </a:t>
            </a:r>
            <a:r>
              <a:rPr b="1" sz="800">
                <a:solidFill>
                  <a:srgbClr val="00A896"/>
                </a:solidFill>
              </a:rPr>
              <a:t>[Satisfied by SEG_START_HANDLE &amp; CMAC_FINISH.]</a:t>
            </a:r>
          </a:p>
          <a:p>
            <a:pPr>
              <a:spcAft>
                <a:spcPts val="300"/>
              </a:spcAft>
            </a:pPr>
            <a:r>
              <a:rPr b="1" sz="800">
                <a:solidFill>
                  <a:srgbClr val="134074"/>
                </a:solidFill>
              </a:rPr>
              <a:t>• Req 18134113 — </a:t>
            </a:r>
            <a:r>
              <a:rPr sz="800">
                <a:solidFill>
                  <a:srgbClr val="1E293B"/>
                </a:solidFill>
              </a:rPr>
              <a:t>Disable Backup when CSU_Telematics_Feature_Enable is disabled.  </a:t>
            </a:r>
            <a:r>
              <a:rPr b="1" sz="800">
                <a:solidFill>
                  <a:srgbClr val="00A896"/>
                </a:solidFill>
              </a:rPr>
              <a:t>[Satisfied by ppCSUFeatureEnbl check in all runnables.]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13.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Presenter's Code Walkthrough Guide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Roadmap for explaining CDDTeleBackupMngr.c line-by-line during the live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21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CODE SECTION MAP (CDDTeleBackupMngr.c)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Lines 1 - 137: Includes &amp; Static Globals: </a:t>
            </a:r>
            <a:r>
              <a:rPr sz="850">
                <a:solidFill>
                  <a:srgbClr val="1E293B"/>
                </a:solidFill>
              </a:rPr>
              <a:t>Header inclusions (Rte, Csm, NvM), buffer definitions (Mem_Read_Buff, backup_encrypt_data, CMAC_array), reason codes, and NvM status variables.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Lines 138 - 248: reInitCDDTeleBackupMngr(): </a:t>
            </a:r>
            <a:r>
              <a:rPr sz="850">
                <a:solidFill>
                  <a:srgbClr val="1E293B"/>
                </a:solidFill>
              </a:rPr>
              <a:t>Boot runnable. Walk through port reads, CSU_feature_enable check, rollback timer arming branch, and NvM_WriteBlock call.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Lines 249 - 340: reCddTeleBackupSchdlr() Entry: </a:t>
            </a:r>
            <a:r>
              <a:rPr sz="850">
                <a:solidFill>
                  <a:srgbClr val="1E293B"/>
                </a:solidFill>
              </a:rPr>
              <a:t>Scheduler header, local static flags, CSU gate check, NO_REQUEST, and BACKUP_FULL_ERASE.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Lines 341 - 580: Addressing &amp; Crypto Init: </a:t>
            </a:r>
            <a:r>
              <a:rPr sz="850">
                <a:solidFill>
                  <a:srgbClr val="1E293B"/>
                </a:solidFill>
              </a:rPr>
              <a:t>PF_ADDR_HANDLE, SET_KEYS, ENCRYPT_START, CMAC_START, and SEG_START_HANDLE (point out Big-Endian conversion).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CODE SECTION MAP (CONTINUED)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581 - 825: Chunk Processing &amp; Verify: </a:t>
            </a:r>
            <a:r>
              <a:rPr sz="850">
                <a:solidFill>
                  <a:srgbClr val="1E293B"/>
                </a:solidFill>
              </a:rPr>
              <a:t>CYBER_UPDATE, ENCRYPT_FINISH, WRITE_TO_SF, and BACKUP_READ_SF_DATA (highlight byte-by-byte memcmp verification loop).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826 - 938: Block CMAC &amp; Completion: </a:t>
            </a:r>
            <a:r>
              <a:rPr sz="850">
                <a:solidFill>
                  <a:srgbClr val="1E293B"/>
                </a:solidFill>
              </a:rPr>
              <a:t>CMAC_WRITE, BACKUP_RETRY (show attempt counter &amp; ppLogCSEvent), and BACKUP_COMPLETE.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939 - 1250: Metadata State Machine: </a:t>
            </a:r>
            <a:r>
              <a:rPr sz="850">
                <a:solidFill>
                  <a:srgbClr val="1E293B"/>
                </a:solidFill>
              </a:rPr>
              <a:t>switch(backup_metadata_flag), METADATA_ARRAY_HANDLING, and METADATA_WRITE.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1251 - 1325: Deferred NvM Commit: </a:t>
            </a:r>
            <a:r>
              <a:rPr sz="850">
                <a:solidFill>
                  <a:srgbClr val="1E293B"/>
                </a:solidFill>
              </a:rPr>
              <a:t>NvM_backup_update polling and NvM_WriteBlock execution.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1326 - 1376: reTeleRollBackTimeCheck(): </a:t>
            </a:r>
            <a:r>
              <a:rPr sz="850">
                <a:solidFill>
                  <a:srgbClr val="1E293B"/>
                </a:solidFill>
              </a:rPr>
              <a:t>5-second periodic timer countdown and caTeleRollBackTimer comparison.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</a:rPr>
              <a:t>• Lines 1377 - 1437: metadata_extract(): </a:t>
            </a:r>
            <a:r>
              <a:rPr sz="850">
                <a:solidFill>
                  <a:srgbClr val="1E293B"/>
                </a:solidFill>
              </a:rPr>
              <a:t>Table traversal, length calculation, and CMAC reference address offset.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77440" cy="256032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45"/>
                </a:solidFill>
              </a:defRPr>
            </a:pPr>
            <a:r>
              <a:t>Summary &amp; Open Q&amp;A Session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Key architectural takeaways and open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CDDTeleBackupMngr Knowledge Transfer  |  Cummins CSAR Architecture  |  Req ID: 9167284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34074"/>
                </a:solidFill>
              </a:defRPr>
            </a:pPr>
            <a:r>
              <a:t>Slide 22 of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68580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0B2545"/>
                </a:solidFill>
              </a:defRPr>
            </a:pPr>
            <a:r>
              <a:t>KEY ARCHITECTURAL TAKEAWAYS</a:t>
            </a:r>
          </a:p>
          <a:p>
            <a:pPr>
              <a:spcAft>
                <a:spcPts val="500"/>
              </a:spcAft>
            </a:pPr>
            <a:r>
              <a:rPr b="1" sz="850">
                <a:solidFill>
                  <a:srgbClr val="1E293B"/>
                </a:solidFill>
              </a:rPr>
              <a:t>• Autonomous BSW CDD: </a:t>
            </a:r>
            <a:r>
              <a:rPr sz="850">
                <a:solidFill>
                  <a:srgbClr val="1E293B"/>
                </a:solidFill>
              </a:rPr>
              <a:t>Encapsulates the entire calibration backup lifecycle without imposing overhead or blocking application tasks.</a:t>
            </a:r>
          </a:p>
          <a:p>
            <a:pPr>
              <a:spcAft>
                <a:spcPts val="500"/>
              </a:spcAft>
            </a:pPr>
            <a:r>
              <a:rPr b="1" sz="850">
                <a:solidFill>
                  <a:srgbClr val="1E293B"/>
                </a:solidFill>
              </a:rPr>
              <a:t>• Multi-Layered Security: </a:t>
            </a:r>
            <a:r>
              <a:rPr sz="850">
                <a:solidFill>
                  <a:srgbClr val="1E293B"/>
                </a:solidFill>
              </a:rPr>
              <a:t>Combines AES-128-CBC confidentiality, Big-Endian segment CMAC binding, and dedicated metadata signing.</a:t>
            </a:r>
          </a:p>
          <a:p>
            <a:pPr>
              <a:spcAft>
                <a:spcPts val="500"/>
              </a:spcAft>
            </a:pPr>
            <a:r>
              <a:rPr b="1" sz="850">
                <a:solidFill>
                  <a:srgbClr val="1E293B"/>
                </a:solidFill>
              </a:rPr>
              <a:t>• Hardware-Level Verification: </a:t>
            </a:r>
            <a:r>
              <a:rPr sz="850">
                <a:solidFill>
                  <a:srgbClr val="1E293B"/>
                </a:solidFill>
              </a:rPr>
              <a:t>Guarantees data integrity by reading back and verifying every single written page from physical flash.</a:t>
            </a:r>
          </a:p>
          <a:p>
            <a:pPr>
              <a:spcAft>
                <a:spcPts val="500"/>
              </a:spcAft>
            </a:pPr>
            <a:r>
              <a:rPr b="1" sz="850">
                <a:solidFill>
                  <a:srgbClr val="1E293B"/>
                </a:solidFill>
              </a:rPr>
              <a:t>• Robust Fault Tolerance: </a:t>
            </a:r>
            <a:r>
              <a:rPr sz="850">
                <a:solidFill>
                  <a:srgbClr val="1E293B"/>
                </a:solidFill>
              </a:rPr>
              <a:t>Automated 3-attempt retry loop with full chip re-erase, UNECE-compliant cybersecurity event logging, and reboot recovery.</a:t>
            </a:r>
          </a:p>
          <a:p>
            <a:pPr>
              <a:spcAft>
                <a:spcPts val="500"/>
              </a:spcAft>
            </a:pPr>
            <a:r>
              <a:rPr b="1" sz="850">
                <a:solidFill>
                  <a:srgbClr val="1E293B"/>
                </a:solidFill>
              </a:rPr>
              <a:t>• Clean AUTOSAR Integration: </a:t>
            </a:r>
            <a:r>
              <a:rPr sz="850">
                <a:solidFill>
                  <a:srgbClr val="1E293B"/>
                </a:solidFill>
              </a:rPr>
              <a:t>Seamlessly integrates with RTE, CSM, NvM, and memory drivers while providing full calibration flexibility.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08760"/>
            <a:ext cx="3657600" cy="4663440"/>
          </a:xfrm>
          <a:prstGeom prst="roundRect">
            <a:avLst/>
          </a:prstGeom>
          <a:solidFill>
            <a:srgbClr val="E6FF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B2545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Open Discussion Topics: </a:t>
            </a:r>
            <a:r>
              <a:rPr sz="850">
                <a:solidFill>
                  <a:srgbClr val="1E293B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Timing Constraints: </a:t>
            </a:r>
            <a:r>
              <a:rPr sz="850">
                <a:solidFill>
                  <a:srgbClr val="1E293B"/>
                </a:solidFill>
              </a:rPr>
              <a:t>Impact of 10ms scheduler rate on total flash backup duration.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Calibration Tuning: </a:t>
            </a:r>
            <a:r>
              <a:rPr sz="850">
                <a:solidFill>
                  <a:srgbClr val="1E293B"/>
                </a:solidFill>
              </a:rPr>
              <a:t>Adjusting caTeleRollBackTimer for specific fleet operating profiles.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CSM Hardware Acceleration: </a:t>
            </a:r>
            <a:r>
              <a:rPr sz="850">
                <a:solidFill>
                  <a:srgbClr val="1E293B"/>
                </a:solidFill>
              </a:rPr>
              <a:t>Crypto throughput on TC3xx HSM vs Software CSM.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1E293B"/>
                </a:solidFill>
              </a:rPr>
              <a:t>• Diagnostics Integration: </a:t>
            </a:r>
            <a:r>
              <a:rPr sz="850">
                <a:solidFill>
                  <a:srgbClr val="1E293B"/>
                </a:solidFill>
              </a:rPr>
              <a:t>Live debugging via tele_dbg_backup in calibration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